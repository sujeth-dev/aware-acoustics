
<file path=[Content_Types].xml><?xml version="1.0" encoding="utf-8"?>
<Types xmlns="http://schemas.openxmlformats.org/package/2006/content-types">
  <Default Extension="fna&amp;_nc_gid=pjlMe8CiuTCJSm1vinHItg&amp;_nc_ss=7b289&amp;oh=00_AQMS3hGNgest2RWQejjSbfUYQUa0Th0Pnp2xyr_sE4mq9w&amp;oe=6AC82D7C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CF8E93-861F-4DFD-9BFA-68C7FA8D9576}" v="11" dt="2026-10-05T08:57:18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nth Thirumalai" userId="459fd3fe918be60b" providerId="LiveId" clId="{BDC339DB-2965-4431-81A9-06A0A6135247}"/>
    <pc:docChg chg="undo custSel addSld delSld modSld">
      <pc:chgData name="Srikanth Thirumalai" userId="459fd3fe918be60b" providerId="LiveId" clId="{BDC339DB-2965-4431-81A9-06A0A6135247}" dt="2026-10-05T08:58:41.929" v="249" actId="478"/>
      <pc:docMkLst>
        <pc:docMk/>
      </pc:docMkLst>
      <pc:sldChg chg="delSp modSp mod">
        <pc:chgData name="Srikanth Thirumalai" userId="459fd3fe918be60b" providerId="LiveId" clId="{BDC339DB-2965-4431-81A9-06A0A6135247}" dt="2026-10-05T08:28:34.852" v="20" actId="207"/>
        <pc:sldMkLst>
          <pc:docMk/>
          <pc:sldMk cId="1713276126" sldId="256"/>
        </pc:sldMkLst>
        <pc:spChg chg="mod">
          <ac:chgData name="Srikanth Thirumalai" userId="459fd3fe918be60b" providerId="LiveId" clId="{BDC339DB-2965-4431-81A9-06A0A6135247}" dt="2026-10-05T08:28:34.852" v="20" actId="207"/>
          <ac:spMkLst>
            <pc:docMk/>
            <pc:sldMk cId="1713276126" sldId="256"/>
            <ac:spMk id="2" creationId="{40174A03-AC58-B7DB-4619-A76C74B21752}"/>
          </ac:spMkLst>
        </pc:spChg>
        <pc:spChg chg="del">
          <ac:chgData name="Srikanth Thirumalai" userId="459fd3fe918be60b" providerId="LiveId" clId="{BDC339DB-2965-4431-81A9-06A0A6135247}" dt="2026-10-05T08:28:28.517" v="19" actId="478"/>
          <ac:spMkLst>
            <pc:docMk/>
            <pc:sldMk cId="1713276126" sldId="256"/>
            <ac:spMk id="3" creationId="{A23BE83F-1BBC-17EC-9F42-DD0A3603DE84}"/>
          </ac:spMkLst>
        </pc:spChg>
      </pc:sldChg>
      <pc:sldChg chg="delSp mod">
        <pc:chgData name="Srikanth Thirumalai" userId="459fd3fe918be60b" providerId="LiveId" clId="{BDC339DB-2965-4431-81A9-06A0A6135247}" dt="2026-10-05T08:27:52.135" v="0" actId="478"/>
        <pc:sldMkLst>
          <pc:docMk/>
          <pc:sldMk cId="147014074" sldId="259"/>
        </pc:sldMkLst>
        <pc:spChg chg="del">
          <ac:chgData name="Srikanth Thirumalai" userId="459fd3fe918be60b" providerId="LiveId" clId="{BDC339DB-2965-4431-81A9-06A0A6135247}" dt="2026-10-05T08:27:52.135" v="0" actId="478"/>
          <ac:spMkLst>
            <pc:docMk/>
            <pc:sldMk cId="147014074" sldId="259"/>
            <ac:spMk id="8" creationId="{2E089485-9312-6250-A89D-4A2D9F9BA8FE}"/>
          </ac:spMkLst>
        </pc:spChg>
      </pc:sldChg>
      <pc:sldChg chg="addSp delSp modSp new mod setBg">
        <pc:chgData name="Srikanth Thirumalai" userId="459fd3fe918be60b" providerId="LiveId" clId="{BDC339DB-2965-4431-81A9-06A0A6135247}" dt="2026-10-05T08:58:41.929" v="249" actId="478"/>
        <pc:sldMkLst>
          <pc:docMk/>
          <pc:sldMk cId="1860955451" sldId="263"/>
        </pc:sldMkLst>
        <pc:spChg chg="mod">
          <ac:chgData name="Srikanth Thirumalai" userId="459fd3fe918be60b" providerId="LiveId" clId="{BDC339DB-2965-4431-81A9-06A0A6135247}" dt="2026-10-05T08:58:02.299" v="246" actId="26606"/>
          <ac:spMkLst>
            <pc:docMk/>
            <pc:sldMk cId="1860955451" sldId="263"/>
            <ac:spMk id="2" creationId="{9662B591-DA2B-38B6-ED99-619029E0A6E1}"/>
          </ac:spMkLst>
        </pc:spChg>
        <pc:spChg chg="del">
          <ac:chgData name="Srikanth Thirumalai" userId="459fd3fe918be60b" providerId="LiveId" clId="{BDC339DB-2965-4431-81A9-06A0A6135247}" dt="2026-10-05T08:57:18.349" v="241"/>
          <ac:spMkLst>
            <pc:docMk/>
            <pc:sldMk cId="1860955451" sldId="263"/>
            <ac:spMk id="3" creationId="{3FAB6E30-B3F8-3401-5034-9D997CEAC059}"/>
          </ac:spMkLst>
        </pc:spChg>
        <pc:spChg chg="add del mod">
          <ac:chgData name="Srikanth Thirumalai" userId="459fd3fe918be60b" providerId="LiveId" clId="{BDC339DB-2965-4431-81A9-06A0A6135247}" dt="2026-10-05T08:58:41.929" v="249" actId="478"/>
          <ac:spMkLst>
            <pc:docMk/>
            <pc:sldMk cId="1860955451" sldId="263"/>
            <ac:spMk id="8" creationId="{2D71F59C-54C3-1863-41AF-780C4C07556D}"/>
          </ac:spMkLst>
        </pc:spChg>
        <pc:spChg chg="add del">
          <ac:chgData name="Srikanth Thirumalai" userId="459fd3fe918be60b" providerId="LiveId" clId="{BDC339DB-2965-4431-81A9-06A0A6135247}" dt="2026-10-05T08:58:35.503" v="247" actId="34307"/>
          <ac:spMkLst>
            <pc:docMk/>
            <pc:sldMk cId="1860955451" sldId="263"/>
            <ac:spMk id="9" creationId="{6BC5A3B1-94E5-EB4C-7971-D29130927A7E}"/>
          </ac:spMkLst>
        </pc:spChg>
        <pc:spChg chg="add">
          <ac:chgData name="Srikanth Thirumalai" userId="459fd3fe918be60b" providerId="LiveId" clId="{BDC339DB-2965-4431-81A9-06A0A6135247}" dt="2026-10-05T08:58:02.299" v="246" actId="26606"/>
          <ac:spMkLst>
            <pc:docMk/>
            <pc:sldMk cId="1860955451" sldId="263"/>
            <ac:spMk id="12" creationId="{6D731904-7733-45B0-902C-289497204C19}"/>
          </ac:spMkLst>
        </pc:spChg>
        <pc:spChg chg="add">
          <ac:chgData name="Srikanth Thirumalai" userId="459fd3fe918be60b" providerId="LiveId" clId="{BDC339DB-2965-4431-81A9-06A0A6135247}" dt="2026-10-05T08:58:02.299" v="246" actId="26606"/>
          <ac:spMkLst>
            <pc:docMk/>
            <pc:sldMk cId="1860955451" sldId="263"/>
            <ac:spMk id="14" creationId="{504E6397-35D7-4AEC-9DA9-B7F6B12B88A5}"/>
          </ac:spMkLst>
        </pc:spChg>
        <pc:spChg chg="add">
          <ac:chgData name="Srikanth Thirumalai" userId="459fd3fe918be60b" providerId="LiveId" clId="{BDC339DB-2965-4431-81A9-06A0A6135247}" dt="2026-10-05T08:58:02.299" v="246" actId="26606"/>
          <ac:spMkLst>
            <pc:docMk/>
            <pc:sldMk cId="1860955451" sldId="263"/>
            <ac:spMk id="16" creationId="{62C5A04F-2AEB-4631-8314-A8B812E1EC8E}"/>
          </ac:spMkLst>
        </pc:spChg>
        <pc:spChg chg="add">
          <ac:chgData name="Srikanth Thirumalai" userId="459fd3fe918be60b" providerId="LiveId" clId="{BDC339DB-2965-4431-81A9-06A0A6135247}" dt="2026-10-05T08:58:02.299" v="246" actId="26606"/>
          <ac:spMkLst>
            <pc:docMk/>
            <pc:sldMk cId="1860955451" sldId="263"/>
            <ac:spMk id="18" creationId="{4B2B1C70-BF3F-41BD-871B-63D8F911F77B}"/>
          </ac:spMkLst>
        </pc:spChg>
        <pc:picChg chg="add mod">
          <ac:chgData name="Srikanth Thirumalai" userId="459fd3fe918be60b" providerId="LiveId" clId="{BDC339DB-2965-4431-81A9-06A0A6135247}" dt="2026-10-05T08:58:02.299" v="246" actId="26606"/>
          <ac:picMkLst>
            <pc:docMk/>
            <pc:sldMk cId="1860955451" sldId="263"/>
            <ac:picMk id="4" creationId="{6B2B22C7-04D8-1CB0-0D1F-9CA767E550E1}"/>
          </ac:picMkLst>
        </pc:picChg>
        <pc:picChg chg="add mod">
          <ac:chgData name="Srikanth Thirumalai" userId="459fd3fe918be60b" providerId="LiveId" clId="{BDC339DB-2965-4431-81A9-06A0A6135247}" dt="2026-10-05T08:58:02.299" v="246" actId="26606"/>
          <ac:picMkLst>
            <pc:docMk/>
            <pc:sldMk cId="1860955451" sldId="263"/>
            <ac:picMk id="5" creationId="{A0BC4564-1C9D-8735-6D26-792CBB3F0FF5}"/>
          </ac:picMkLst>
        </pc:picChg>
        <pc:picChg chg="add del mod ord">
          <ac:chgData name="Srikanth Thirumalai" userId="459fd3fe918be60b" providerId="LiveId" clId="{BDC339DB-2965-4431-81A9-06A0A6135247}" dt="2026-10-05T08:58:37.278" v="248" actId="478"/>
          <ac:picMkLst>
            <pc:docMk/>
            <pc:sldMk cId="1860955451" sldId="263"/>
            <ac:picMk id="6" creationId="{6BED9860-CC11-8B6F-71D7-B785A4A2BCB1}"/>
          </ac:picMkLst>
        </pc:picChg>
      </pc:sldChg>
      <pc:sldChg chg="addSp delSp modSp new mod">
        <pc:chgData name="Srikanth Thirumalai" userId="459fd3fe918be60b" providerId="LiveId" clId="{BDC339DB-2965-4431-81A9-06A0A6135247}" dt="2026-10-05T08:55:10.173" v="240" actId="14100"/>
        <pc:sldMkLst>
          <pc:docMk/>
          <pc:sldMk cId="3773300084" sldId="264"/>
        </pc:sldMkLst>
        <pc:spChg chg="mod">
          <ac:chgData name="Srikanth Thirumalai" userId="459fd3fe918be60b" providerId="LiveId" clId="{BDC339DB-2965-4431-81A9-06A0A6135247}" dt="2026-10-05T08:53:16.565" v="231" actId="207"/>
          <ac:spMkLst>
            <pc:docMk/>
            <pc:sldMk cId="3773300084" sldId="264"/>
            <ac:spMk id="2" creationId="{F45899C4-01A9-4D26-6492-2BB09288D9B3}"/>
          </ac:spMkLst>
        </pc:spChg>
        <pc:spChg chg="del mod">
          <ac:chgData name="Srikanth Thirumalai" userId="459fd3fe918be60b" providerId="LiveId" clId="{BDC339DB-2965-4431-81A9-06A0A6135247}" dt="2026-10-05T08:53:01.556" v="226"/>
          <ac:spMkLst>
            <pc:docMk/>
            <pc:sldMk cId="3773300084" sldId="264"/>
            <ac:spMk id="3" creationId="{519F7B9C-FA3C-2DEF-AD43-0A96C1879954}"/>
          </ac:spMkLst>
        </pc:spChg>
        <pc:picChg chg="add mod">
          <ac:chgData name="Srikanth Thirumalai" userId="459fd3fe918be60b" providerId="LiveId" clId="{BDC339DB-2965-4431-81A9-06A0A6135247}" dt="2026-10-05T08:55:10.173" v="240" actId="14100"/>
          <ac:picMkLst>
            <pc:docMk/>
            <pc:sldMk cId="3773300084" sldId="264"/>
            <ac:picMk id="4" creationId="{57F5E209-DF48-8C7A-DDB9-2FFD85A59C20}"/>
          </ac:picMkLst>
        </pc:picChg>
        <pc:picChg chg="add mod">
          <ac:chgData name="Srikanth Thirumalai" userId="459fd3fe918be60b" providerId="LiveId" clId="{BDC339DB-2965-4431-81A9-06A0A6135247}" dt="2026-10-05T08:55:07.176" v="239" actId="1076"/>
          <ac:picMkLst>
            <pc:docMk/>
            <pc:sldMk cId="3773300084" sldId="264"/>
            <ac:picMk id="5" creationId="{644E8294-0AFA-6966-3AEA-F628AFF62F03}"/>
          </ac:picMkLst>
        </pc:picChg>
      </pc:sldChg>
      <pc:sldChg chg="addSp delSp modSp new del mod">
        <pc:chgData name="Srikanth Thirumalai" userId="459fd3fe918be60b" providerId="LiveId" clId="{BDC339DB-2965-4431-81A9-06A0A6135247}" dt="2026-10-05T08:50:40.730" v="224" actId="47"/>
        <pc:sldMkLst>
          <pc:docMk/>
          <pc:sldMk cId="1069964856" sldId="265"/>
        </pc:sldMkLst>
        <pc:spChg chg="mod">
          <ac:chgData name="Srikanth Thirumalai" userId="459fd3fe918be60b" providerId="LiveId" clId="{BDC339DB-2965-4431-81A9-06A0A6135247}" dt="2026-10-05T08:30:01.096" v="63" actId="20577"/>
          <ac:spMkLst>
            <pc:docMk/>
            <pc:sldMk cId="1069964856" sldId="265"/>
            <ac:spMk id="2" creationId="{20E8A730-2E12-316A-02B4-CA59FA1759C2}"/>
          </ac:spMkLst>
        </pc:spChg>
        <pc:spChg chg="del">
          <ac:chgData name="Srikanth Thirumalai" userId="459fd3fe918be60b" providerId="LiveId" clId="{BDC339DB-2965-4431-81A9-06A0A6135247}" dt="2026-10-05T08:49:18.701" v="221"/>
          <ac:spMkLst>
            <pc:docMk/>
            <pc:sldMk cId="1069964856" sldId="265"/>
            <ac:spMk id="3" creationId="{4EDC5088-86DC-6C7D-4EE0-465E8998EA8D}"/>
          </ac:spMkLst>
        </pc:spChg>
        <pc:picChg chg="add mod">
          <ac:chgData name="Srikanth Thirumalai" userId="459fd3fe918be60b" providerId="LiveId" clId="{BDC339DB-2965-4431-81A9-06A0A6135247}" dt="2026-10-05T08:49:25.360" v="223" actId="14100"/>
          <ac:picMkLst>
            <pc:docMk/>
            <pc:sldMk cId="1069964856" sldId="265"/>
            <ac:picMk id="4" creationId="{7137E23B-6681-A48C-3771-17820A7E6B69}"/>
          </ac:picMkLst>
        </pc:picChg>
      </pc:sldChg>
      <pc:sldChg chg="addSp delSp modSp new mod setBg">
        <pc:chgData name="Srikanth Thirumalai" userId="459fd3fe918be60b" providerId="LiveId" clId="{BDC339DB-2965-4431-81A9-06A0A6135247}" dt="2026-10-05T08:46:31.193" v="220" actId="1076"/>
        <pc:sldMkLst>
          <pc:docMk/>
          <pc:sldMk cId="3606033698" sldId="266"/>
        </pc:sldMkLst>
        <pc:spChg chg="mod">
          <ac:chgData name="Srikanth Thirumalai" userId="459fd3fe918be60b" providerId="LiveId" clId="{BDC339DB-2965-4431-81A9-06A0A6135247}" dt="2026-10-05T08:46:27.078" v="219" actId="26606"/>
          <ac:spMkLst>
            <pc:docMk/>
            <pc:sldMk cId="3606033698" sldId="266"/>
            <ac:spMk id="2" creationId="{4E9AD415-3E72-CAA1-9CE0-74ABA0B08334}"/>
          </ac:spMkLst>
        </pc:spChg>
        <pc:spChg chg="del">
          <ac:chgData name="Srikanth Thirumalai" userId="459fd3fe918be60b" providerId="LiveId" clId="{BDC339DB-2965-4431-81A9-06A0A6135247}" dt="2026-10-05T08:46:22.455" v="218"/>
          <ac:spMkLst>
            <pc:docMk/>
            <pc:sldMk cId="3606033698" sldId="266"/>
            <ac:spMk id="3" creationId="{F3682A65-165E-5E67-C96F-006B6611DE89}"/>
          </ac:spMkLst>
        </pc:spChg>
        <pc:spChg chg="add">
          <ac:chgData name="Srikanth Thirumalai" userId="459fd3fe918be60b" providerId="LiveId" clId="{BDC339DB-2965-4431-81A9-06A0A6135247}" dt="2026-10-05T08:46:27.078" v="219" actId="26606"/>
          <ac:spMkLst>
            <pc:docMk/>
            <pc:sldMk cId="3606033698" sldId="266"/>
            <ac:spMk id="9" creationId="{0E91F5CA-B392-444C-88E3-BF5BAAEBDEB0}"/>
          </ac:spMkLst>
        </pc:spChg>
        <pc:spChg chg="add">
          <ac:chgData name="Srikanth Thirumalai" userId="459fd3fe918be60b" providerId="LiveId" clId="{BDC339DB-2965-4431-81A9-06A0A6135247}" dt="2026-10-05T08:46:27.078" v="219" actId="26606"/>
          <ac:spMkLst>
            <pc:docMk/>
            <pc:sldMk cId="3606033698" sldId="266"/>
            <ac:spMk id="11" creationId="{0459807F-B6FA-44D3-9A53-C55B6B56884A}"/>
          </ac:spMkLst>
        </pc:spChg>
        <pc:picChg chg="add mod">
          <ac:chgData name="Srikanth Thirumalai" userId="459fd3fe918be60b" providerId="LiveId" clId="{BDC339DB-2965-4431-81A9-06A0A6135247}" dt="2026-10-05T08:46:31.193" v="220" actId="1076"/>
          <ac:picMkLst>
            <pc:docMk/>
            <pc:sldMk cId="3606033698" sldId="266"/>
            <ac:picMk id="4" creationId="{4D3932A8-4A6A-1200-E0A0-392E5CE0A619}"/>
          </ac:picMkLst>
        </pc:picChg>
      </pc:sldChg>
      <pc:sldChg chg="addSp delSp modSp new mod setBg">
        <pc:chgData name="Srikanth Thirumalai" userId="459fd3fe918be60b" providerId="LiveId" clId="{BDC339DB-2965-4431-81A9-06A0A6135247}" dt="2026-10-05T08:44:46.597" v="217" actId="207"/>
        <pc:sldMkLst>
          <pc:docMk/>
          <pc:sldMk cId="1012661526" sldId="267"/>
        </pc:sldMkLst>
        <pc:spChg chg="mod ord">
          <ac:chgData name="Srikanth Thirumalai" userId="459fd3fe918be60b" providerId="LiveId" clId="{BDC339DB-2965-4431-81A9-06A0A6135247}" dt="2026-10-05T08:44:46.597" v="217" actId="207"/>
          <ac:spMkLst>
            <pc:docMk/>
            <pc:sldMk cId="1012661526" sldId="267"/>
            <ac:spMk id="2" creationId="{D6252FF8-DBAD-552D-528D-A95242C5C5F7}"/>
          </ac:spMkLst>
        </pc:spChg>
        <pc:spChg chg="del">
          <ac:chgData name="Srikanth Thirumalai" userId="459fd3fe918be60b" providerId="LiveId" clId="{BDC339DB-2965-4431-81A9-06A0A6135247}" dt="2026-10-05T08:44:02.087" v="215"/>
          <ac:spMkLst>
            <pc:docMk/>
            <pc:sldMk cId="1012661526" sldId="267"/>
            <ac:spMk id="3" creationId="{2B53D9FA-9533-DFC7-7FA3-6FFC199FF1B7}"/>
          </ac:spMkLst>
        </pc:spChg>
        <pc:spChg chg="add">
          <ac:chgData name="Srikanth Thirumalai" userId="459fd3fe918be60b" providerId="LiveId" clId="{BDC339DB-2965-4431-81A9-06A0A6135247}" dt="2026-10-05T08:44:08.840" v="216" actId="26606"/>
          <ac:spMkLst>
            <pc:docMk/>
            <pc:sldMk cId="1012661526" sldId="267"/>
            <ac:spMk id="9" creationId="{37C89E4B-3C9F-44B9-8B86-D9E3D112D8EC}"/>
          </ac:spMkLst>
        </pc:spChg>
        <pc:picChg chg="add mod">
          <ac:chgData name="Srikanth Thirumalai" userId="459fd3fe918be60b" providerId="LiveId" clId="{BDC339DB-2965-4431-81A9-06A0A6135247}" dt="2026-10-05T08:44:08.840" v="216" actId="26606"/>
          <ac:picMkLst>
            <pc:docMk/>
            <pc:sldMk cId="1012661526" sldId="267"/>
            <ac:picMk id="4" creationId="{5D637B5F-7D84-757A-72BE-E5808C1FEF23}"/>
          </ac:picMkLst>
        </pc:picChg>
        <pc:cxnChg chg="add">
          <ac:chgData name="Srikanth Thirumalai" userId="459fd3fe918be60b" providerId="LiveId" clId="{BDC339DB-2965-4431-81A9-06A0A6135247}" dt="2026-10-05T08:44:08.840" v="216" actId="26606"/>
          <ac:cxnSpMkLst>
            <pc:docMk/>
            <pc:sldMk cId="1012661526" sldId="267"/>
            <ac:cxnSpMk id="11" creationId="{AA2EAA10-076F-46BD-8F0F-B9A2FB77A85C}"/>
          </ac:cxnSpMkLst>
        </pc:cxnChg>
        <pc:cxnChg chg="add">
          <ac:chgData name="Srikanth Thirumalai" userId="459fd3fe918be60b" providerId="LiveId" clId="{BDC339DB-2965-4431-81A9-06A0A6135247}" dt="2026-10-05T08:44:08.840" v="216" actId="26606"/>
          <ac:cxnSpMkLst>
            <pc:docMk/>
            <pc:sldMk cId="1012661526" sldId="267"/>
            <ac:cxnSpMk id="13" creationId="{D891E407-403B-4764-86C9-33A56D3BCAA3}"/>
          </ac:cxnSpMkLst>
        </pc:cxnChg>
      </pc:sldChg>
      <pc:sldChg chg="addSp delSp modSp new mod setBg">
        <pc:chgData name="Srikanth Thirumalai" userId="459fd3fe918be60b" providerId="LiveId" clId="{BDC339DB-2965-4431-81A9-06A0A6135247}" dt="2026-10-05T08:43:09.700" v="214" actId="14100"/>
        <pc:sldMkLst>
          <pc:docMk/>
          <pc:sldMk cId="1425465821" sldId="268"/>
        </pc:sldMkLst>
        <pc:spChg chg="mod">
          <ac:chgData name="Srikanth Thirumalai" userId="459fd3fe918be60b" providerId="LiveId" clId="{BDC339DB-2965-4431-81A9-06A0A6135247}" dt="2026-10-05T08:42:53.240" v="209" actId="14100"/>
          <ac:spMkLst>
            <pc:docMk/>
            <pc:sldMk cId="1425465821" sldId="268"/>
            <ac:spMk id="2" creationId="{3E4A618A-D997-AF1B-A95B-CC1E8E36AAB1}"/>
          </ac:spMkLst>
        </pc:spChg>
        <pc:spChg chg="del">
          <ac:chgData name="Srikanth Thirumalai" userId="459fd3fe918be60b" providerId="LiveId" clId="{BDC339DB-2965-4431-81A9-06A0A6135247}" dt="2026-10-05T08:39:25.800" v="187"/>
          <ac:spMkLst>
            <pc:docMk/>
            <pc:sldMk cId="1425465821" sldId="268"/>
            <ac:spMk id="3" creationId="{03DCC6F4-442B-EFA3-E459-5E1D756703B3}"/>
          </ac:spMkLst>
        </pc:spChg>
        <pc:spChg chg="add del">
          <ac:chgData name="Srikanth Thirumalai" userId="459fd3fe918be60b" providerId="LiveId" clId="{BDC339DB-2965-4431-81A9-06A0A6135247}" dt="2026-10-05T08:41:44.784" v="194" actId="26606"/>
          <ac:spMkLst>
            <pc:docMk/>
            <pc:sldMk cId="1425465821" sldId="268"/>
            <ac:spMk id="9" creationId="{47B7FF6F-6EB3-14C5-56A3-656B614AE589}"/>
          </ac:spMkLst>
        </pc:spChg>
        <pc:spChg chg="add del mod">
          <ac:chgData name="Srikanth Thirumalai" userId="459fd3fe918be60b" providerId="LiveId" clId="{BDC339DB-2965-4431-81A9-06A0A6135247}" dt="2026-10-05T08:42:56.708" v="212"/>
          <ac:spMkLst>
            <pc:docMk/>
            <pc:sldMk cId="1425465821" sldId="268"/>
            <ac:spMk id="10" creationId="{2D90A9E6-3EF8-43A9-146E-85FE25672A23}"/>
          </ac:spMkLst>
        </pc:spChg>
        <pc:spChg chg="add del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16" creationId="{E659831F-0D9A-4C63-9EBB-8435B85A440F}"/>
          </ac:spMkLst>
        </pc:spChg>
        <pc:spChg chg="add del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17" creationId="{26CAED0A-2A45-4C9C-BCDD-21A8A092C5F3}"/>
          </ac:spMkLst>
        </pc:spChg>
        <pc:spChg chg="add del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18" creationId="{E6995CE5-F890-4ABA-82A2-26507CE8D2A3}"/>
          </ac:spMkLst>
        </pc:spChg>
        <pc:spChg chg="add del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19" creationId="{3A9A4357-BD1D-4622-A4FE-766E6AB8DE84}"/>
          </ac:spMkLst>
        </pc:spChg>
        <pc:spChg chg="add del">
          <ac:chgData name="Srikanth Thirumalai" userId="459fd3fe918be60b" providerId="LiveId" clId="{BDC339DB-2965-4431-81A9-06A0A6135247}" dt="2026-10-05T08:41:59.995" v="196" actId="478"/>
          <ac:spMkLst>
            <pc:docMk/>
            <pc:sldMk cId="1425465821" sldId="268"/>
            <ac:spMk id="20" creationId="{645585F1-B5A9-AD25-1D26-147AA02E1C36}"/>
          </ac:spMkLst>
        </pc:spChg>
        <pc:spChg chg="add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24" creationId="{F7EDEA10-087E-4352-A848-7D9888DC6745}"/>
          </ac:spMkLst>
        </pc:spChg>
        <pc:spChg chg="add">
          <ac:chgData name="Srikanth Thirumalai" userId="459fd3fe918be60b" providerId="LiveId" clId="{BDC339DB-2965-4431-81A9-06A0A6135247}" dt="2026-10-05T08:42:11.321" v="200" actId="26606"/>
          <ac:spMkLst>
            <pc:docMk/>
            <pc:sldMk cId="1425465821" sldId="268"/>
            <ac:spMk id="26" creationId="{605D77EC-B84E-48F8-9EC4-93E851C0FA25}"/>
          </ac:spMkLst>
        </pc:spChg>
        <pc:grpChg chg="add del">
          <ac:chgData name="Srikanth Thirumalai" userId="459fd3fe918be60b" providerId="LiveId" clId="{BDC339DB-2965-4431-81A9-06A0A6135247}" dt="2026-10-05T08:41:44.784" v="194" actId="26606"/>
          <ac:grpSpMkLst>
            <pc:docMk/>
            <pc:sldMk cId="1425465821" sldId="268"/>
            <ac:grpSpMk id="12" creationId="{792AA144-DDFF-C43B-6866-516C9091D065}"/>
          </ac:grpSpMkLst>
        </pc:grpChg>
        <pc:picChg chg="add mod">
          <ac:chgData name="Srikanth Thirumalai" userId="459fd3fe918be60b" providerId="LiveId" clId="{BDC339DB-2965-4431-81A9-06A0A6135247}" dt="2026-10-05T08:43:09.700" v="214" actId="14100"/>
          <ac:picMkLst>
            <pc:docMk/>
            <pc:sldMk cId="1425465821" sldId="268"/>
            <ac:picMk id="4" creationId="{FC2803AC-5224-E90B-A6DC-2024DEE4A9B5}"/>
          </ac:picMkLst>
        </pc:picChg>
        <pc:picChg chg="add mod ord">
          <ac:chgData name="Srikanth Thirumalai" userId="459fd3fe918be60b" providerId="LiveId" clId="{BDC339DB-2965-4431-81A9-06A0A6135247}" dt="2026-10-05T08:43:09.700" v="214" actId="14100"/>
          <ac:picMkLst>
            <pc:docMk/>
            <pc:sldMk cId="1425465821" sldId="268"/>
            <ac:picMk id="5" creationId="{B8B36382-4510-91E6-E42E-DB71AF879457}"/>
          </ac:picMkLst>
        </pc:picChg>
        <pc:picChg chg="add mod">
          <ac:chgData name="Srikanth Thirumalai" userId="459fd3fe918be60b" providerId="LiveId" clId="{BDC339DB-2965-4431-81A9-06A0A6135247}" dt="2026-10-05T08:43:09.700" v="214" actId="14100"/>
          <ac:picMkLst>
            <pc:docMk/>
            <pc:sldMk cId="1425465821" sldId="268"/>
            <ac:picMk id="8" creationId="{2DC99119-1CBE-42DB-B9E3-2FFB3BE3DFCD}"/>
          </ac:picMkLst>
        </pc:picChg>
      </pc:sldChg>
      <pc:sldChg chg="addSp delSp modSp new mod setBg">
        <pc:chgData name="Srikanth Thirumalai" userId="459fd3fe918be60b" providerId="LiveId" clId="{BDC339DB-2965-4431-81A9-06A0A6135247}" dt="2026-10-05T08:38:28.910" v="186"/>
        <pc:sldMkLst>
          <pc:docMk/>
          <pc:sldMk cId="590879767" sldId="269"/>
        </pc:sldMkLst>
        <pc:spChg chg="mod">
          <ac:chgData name="Srikanth Thirumalai" userId="459fd3fe918be60b" providerId="LiveId" clId="{BDC339DB-2965-4431-81A9-06A0A6135247}" dt="2026-10-05T08:38:03.560" v="178" actId="26606"/>
          <ac:spMkLst>
            <pc:docMk/>
            <pc:sldMk cId="590879767" sldId="269"/>
            <ac:spMk id="2" creationId="{B5299432-8527-F7CE-3EC5-99393050B19C}"/>
          </ac:spMkLst>
        </pc:spChg>
        <pc:spChg chg="del">
          <ac:chgData name="Srikanth Thirumalai" userId="459fd3fe918be60b" providerId="LiveId" clId="{BDC339DB-2965-4431-81A9-06A0A6135247}" dt="2026-10-05T08:35:06.126" v="168"/>
          <ac:spMkLst>
            <pc:docMk/>
            <pc:sldMk cId="590879767" sldId="269"/>
            <ac:spMk id="3" creationId="{89E48A2F-2521-2F18-FDA6-32F3C8795C2F}"/>
          </ac:spMkLst>
        </pc:spChg>
        <pc:spChg chg="add del mod">
          <ac:chgData name="Srikanth Thirumalai" userId="459fd3fe918be60b" providerId="LiveId" clId="{BDC339DB-2965-4431-81A9-06A0A6135247}" dt="2026-10-05T08:38:28.910" v="186"/>
          <ac:spMkLst>
            <pc:docMk/>
            <pc:sldMk cId="590879767" sldId="269"/>
            <ac:spMk id="6" creationId="{3D22F9EA-B383-CD30-C6AE-64C87AB4AD3F}"/>
          </ac:spMkLst>
        </pc:spChg>
        <pc:spChg chg="add del">
          <ac:chgData name="Srikanth Thirumalai" userId="459fd3fe918be60b" providerId="LiveId" clId="{BDC339DB-2965-4431-81A9-06A0A6135247}" dt="2026-10-05T08:38:07.057" v="179" actId="478"/>
          <ac:spMkLst>
            <pc:docMk/>
            <pc:sldMk cId="590879767" sldId="269"/>
            <ac:spMk id="9" creationId="{A7B3385F-475A-C205-7531-6BEAD5BA73EE}"/>
          </ac:spMkLst>
        </pc:spChg>
        <pc:spChg chg="add del">
          <ac:chgData name="Srikanth Thirumalai" userId="459fd3fe918be60b" providerId="LiveId" clId="{BDC339DB-2965-4431-81A9-06A0A6135247}" dt="2026-10-05T08:38:03.532" v="177" actId="26606"/>
          <ac:spMkLst>
            <pc:docMk/>
            <pc:sldMk cId="590879767" sldId="269"/>
            <ac:spMk id="10" creationId="{C4879EFC-8E62-4E00-973C-C45EE9EC676D}"/>
          </ac:spMkLst>
        </pc:spChg>
        <pc:spChg chg="add del">
          <ac:chgData name="Srikanth Thirumalai" userId="459fd3fe918be60b" providerId="LiveId" clId="{BDC339DB-2965-4431-81A9-06A0A6135247}" dt="2026-10-05T08:38:03.532" v="177" actId="26606"/>
          <ac:spMkLst>
            <pc:docMk/>
            <pc:sldMk cId="590879767" sldId="269"/>
            <ac:spMk id="12" creationId="{D6A9C53F-5F90-40A5-8C85-5412D39C8C68}"/>
          </ac:spMkLst>
        </pc:spChg>
        <pc:spChg chg="add">
          <ac:chgData name="Srikanth Thirumalai" userId="459fd3fe918be60b" providerId="LiveId" clId="{BDC339DB-2965-4431-81A9-06A0A6135247}" dt="2026-10-05T08:38:03.560" v="178" actId="26606"/>
          <ac:spMkLst>
            <pc:docMk/>
            <pc:sldMk cId="590879767" sldId="269"/>
            <ac:spMk id="14" creationId="{63C1A86C-B1A8-4AEC-B001-595C91716E77}"/>
          </ac:spMkLst>
        </pc:spChg>
        <pc:spChg chg="add">
          <ac:chgData name="Srikanth Thirumalai" userId="459fd3fe918be60b" providerId="LiveId" clId="{BDC339DB-2965-4431-81A9-06A0A6135247}" dt="2026-10-05T08:38:03.560" v="178" actId="26606"/>
          <ac:spMkLst>
            <pc:docMk/>
            <pc:sldMk cId="590879767" sldId="269"/>
            <ac:spMk id="15" creationId="{95B1FC96-0749-41C9-BAED-E089E77149FA}"/>
          </ac:spMkLst>
        </pc:spChg>
        <pc:picChg chg="add mod ord">
          <ac:chgData name="Srikanth Thirumalai" userId="459fd3fe918be60b" providerId="LiveId" clId="{BDC339DB-2965-4431-81A9-06A0A6135247}" dt="2026-10-05T08:38:11.109" v="180" actId="14100"/>
          <ac:picMkLst>
            <pc:docMk/>
            <pc:sldMk cId="590879767" sldId="269"/>
            <ac:picMk id="4" creationId="{34AB19BE-D6F8-9430-AEAD-F3FA187DBBD0}"/>
          </ac:picMkLst>
        </pc:picChg>
        <pc:picChg chg="add mod">
          <ac:chgData name="Srikanth Thirumalai" userId="459fd3fe918be60b" providerId="LiveId" clId="{BDC339DB-2965-4431-81A9-06A0A6135247}" dt="2026-10-05T08:38:14.236" v="181" actId="14100"/>
          <ac:picMkLst>
            <pc:docMk/>
            <pc:sldMk cId="590879767" sldId="269"/>
            <ac:picMk id="5" creationId="{5D47E4E9-66C3-E1C3-0A9E-B5513AC7A8D8}"/>
          </ac:picMkLst>
        </pc:picChg>
      </pc:sldChg>
      <pc:sldChg chg="addSp delSp modSp new mod setBg">
        <pc:chgData name="Srikanth Thirumalai" userId="459fd3fe918be60b" providerId="LiveId" clId="{BDC339DB-2965-4431-81A9-06A0A6135247}" dt="2026-10-05T08:34:26.518" v="167" actId="207"/>
        <pc:sldMkLst>
          <pc:docMk/>
          <pc:sldMk cId="4110314925" sldId="270"/>
        </pc:sldMkLst>
        <pc:spChg chg="mod">
          <ac:chgData name="Srikanth Thirumalai" userId="459fd3fe918be60b" providerId="LiveId" clId="{BDC339DB-2965-4431-81A9-06A0A6135247}" dt="2026-10-05T08:34:26.518" v="167" actId="207"/>
          <ac:spMkLst>
            <pc:docMk/>
            <pc:sldMk cId="4110314925" sldId="270"/>
            <ac:spMk id="2" creationId="{2A9CB55C-F46C-FEFC-4C62-FCE7B0078474}"/>
          </ac:spMkLst>
        </pc:spChg>
        <pc:spChg chg="del">
          <ac:chgData name="Srikanth Thirumalai" userId="459fd3fe918be60b" providerId="LiveId" clId="{BDC339DB-2965-4431-81A9-06A0A6135247}" dt="2026-10-05T08:32:50.474" v="146"/>
          <ac:spMkLst>
            <pc:docMk/>
            <pc:sldMk cId="4110314925" sldId="270"/>
            <ac:spMk id="3" creationId="{0591A1A9-0BC0-B8AC-8794-BE7E461ED220}"/>
          </ac:spMkLst>
        </pc:spChg>
        <pc:spChg chg="add del">
          <ac:chgData name="Srikanth Thirumalai" userId="459fd3fe918be60b" providerId="LiveId" clId="{BDC339DB-2965-4431-81A9-06A0A6135247}" dt="2026-10-05T08:33:00.336" v="149" actId="26606"/>
          <ac:spMkLst>
            <pc:docMk/>
            <pc:sldMk cId="4110314925" sldId="270"/>
            <ac:spMk id="9" creationId="{16C5FA50-8D52-4617-AF91-5C7B1C8352F1}"/>
          </ac:spMkLst>
        </pc:spChg>
        <pc:spChg chg="add del">
          <ac:chgData name="Srikanth Thirumalai" userId="459fd3fe918be60b" providerId="LiveId" clId="{BDC339DB-2965-4431-81A9-06A0A6135247}" dt="2026-10-05T08:33:00.336" v="149" actId="26606"/>
          <ac:spMkLst>
            <pc:docMk/>
            <pc:sldMk cId="4110314925" sldId="270"/>
            <ac:spMk id="11" creationId="{E223798C-12AD-4B0C-A50C-D676347D67CF}"/>
          </ac:spMkLst>
        </pc:spChg>
        <pc:spChg chg="add del">
          <ac:chgData name="Srikanth Thirumalai" userId="459fd3fe918be60b" providerId="LiveId" clId="{BDC339DB-2965-4431-81A9-06A0A6135247}" dt="2026-10-05T08:33:50.800" v="163" actId="26606"/>
          <ac:spMkLst>
            <pc:docMk/>
            <pc:sldMk cId="4110314925" sldId="270"/>
            <ac:spMk id="13" creationId="{665DBBEF-238B-476B-96AB-8AAC3224ECEA}"/>
          </ac:spMkLst>
        </pc:spChg>
        <pc:spChg chg="add del">
          <ac:chgData name="Srikanth Thirumalai" userId="459fd3fe918be60b" providerId="LiveId" clId="{BDC339DB-2965-4431-81A9-06A0A6135247}" dt="2026-10-05T08:33:50.800" v="163" actId="26606"/>
          <ac:spMkLst>
            <pc:docMk/>
            <pc:sldMk cId="4110314925" sldId="270"/>
            <ac:spMk id="14" creationId="{3FCFB1DE-0B7E-48CC-BA90-B2AB0889F9D6}"/>
          </ac:spMkLst>
        </pc:spChg>
        <pc:spChg chg="add del">
          <ac:chgData name="Srikanth Thirumalai" userId="459fd3fe918be60b" providerId="LiveId" clId="{BDC339DB-2965-4431-81A9-06A0A6135247}" dt="2026-10-05T08:34:13.243" v="166" actId="26606"/>
          <ac:spMkLst>
            <pc:docMk/>
            <pc:sldMk cId="4110314925" sldId="270"/>
            <ac:spMk id="19" creationId="{4D4677D2-D5AC-4CF9-9EED-2B89D0A1C212}"/>
          </ac:spMkLst>
        </pc:spChg>
        <pc:spChg chg="add del">
          <ac:chgData name="Srikanth Thirumalai" userId="459fd3fe918be60b" providerId="LiveId" clId="{BDC339DB-2965-4431-81A9-06A0A6135247}" dt="2026-10-05T08:34:13.243" v="166" actId="26606"/>
          <ac:spMkLst>
            <pc:docMk/>
            <pc:sldMk cId="4110314925" sldId="270"/>
            <ac:spMk id="21" creationId="{AF695F69-7001-421E-98A8-E74156934A51}"/>
          </ac:spMkLst>
        </pc:spChg>
        <pc:spChg chg="add">
          <ac:chgData name="Srikanth Thirumalai" userId="459fd3fe918be60b" providerId="LiveId" clId="{BDC339DB-2965-4431-81A9-06A0A6135247}" dt="2026-10-05T08:34:13.243" v="166" actId="26606"/>
          <ac:spMkLst>
            <pc:docMk/>
            <pc:sldMk cId="4110314925" sldId="270"/>
            <ac:spMk id="26" creationId="{9E90EB45-EEE9-4563-8179-65EF62AE0978}"/>
          </ac:spMkLst>
        </pc:spChg>
        <pc:spChg chg="add">
          <ac:chgData name="Srikanth Thirumalai" userId="459fd3fe918be60b" providerId="LiveId" clId="{BDC339DB-2965-4431-81A9-06A0A6135247}" dt="2026-10-05T08:34:13.243" v="166" actId="26606"/>
          <ac:spMkLst>
            <pc:docMk/>
            <pc:sldMk cId="4110314925" sldId="270"/>
            <ac:spMk id="28" creationId="{23D0EF74-AD1E-4FD9-914D-8EC9058EBBA3}"/>
          </ac:spMkLst>
        </pc:spChg>
        <pc:picChg chg="add mod ord">
          <ac:chgData name="Srikanth Thirumalai" userId="459fd3fe918be60b" providerId="LiveId" clId="{BDC339DB-2965-4431-81A9-06A0A6135247}" dt="2026-10-05T08:34:13.243" v="166" actId="26606"/>
          <ac:picMkLst>
            <pc:docMk/>
            <pc:sldMk cId="4110314925" sldId="270"/>
            <ac:picMk id="4" creationId="{58CAFC73-8497-BC9D-90D8-59FB34CE1CF8}"/>
          </ac:picMkLst>
        </pc:picChg>
        <pc:picChg chg="add mod ord">
          <ac:chgData name="Srikanth Thirumalai" userId="459fd3fe918be60b" providerId="LiveId" clId="{BDC339DB-2965-4431-81A9-06A0A6135247}" dt="2026-10-05T08:34:13.243" v="166" actId="26606"/>
          <ac:picMkLst>
            <pc:docMk/>
            <pc:sldMk cId="4110314925" sldId="270"/>
            <ac:picMk id="5" creationId="{DAFE773A-165B-FC61-DECA-AD9045AF4F9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8F043-EC6E-B91A-90F8-0A9BFAC7B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84D4B-888B-D557-4B8C-C5D79F577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1C1538-3A3A-6436-8EF7-600C7E6C1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3C1700-4AEB-7C5F-4695-D3E79D0E5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1839B-6C52-945D-787C-03809065E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1643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86151-0105-C8A2-D691-675A794E8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B9ABE-AB1F-B061-E7BA-15D77F44A1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8E8A4-ED93-70AB-1444-AEEF9F2C3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A0455-81A7-B150-DAE3-0B58CB06E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3DDC4-8907-6380-006B-37821472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738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B816-02C8-2EAF-05EA-F2286DF7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660E32-1877-A366-45D7-A767C99F6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29576-5842-FB06-7245-86CBA9370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BEC53-B875-95A1-7DC9-28BB9B14C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F108-C25B-01FE-F4BB-A986E5A09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91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75634-2516-10A6-CF80-19C62FC68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6782B-93BB-0606-4830-E58A3D5F0B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24EC33-D468-4F72-3329-D773134C28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CCA81-4D41-5320-DEEE-51DEBED8E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78D217-5281-520A-AD9D-C3C29C54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5239A-DC99-1BFC-4DB1-53A3BB221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807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1594-B7CF-C6D4-703A-8DE9E0CA7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18C67-7BDA-5819-0A70-EC83CB7C8A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3A5D72-1D2D-8801-6371-0FF9269A4B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21737E-BA76-BEC4-75EE-C90051CE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12AC17-529D-629E-B17B-62BA8DF16B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A8E22-139B-9458-9919-7ADAE7CC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681E1-2429-BFBA-051C-E44C54368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A0B039-8895-1C11-00FA-50457EC4B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862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829DB-D290-8ABB-18B4-8C658E50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8990C5-9782-39B6-D31B-C65359051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D2D27-403F-C789-127A-36CE59DB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A73214-EB8F-B3BC-433B-D225F0C0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928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6D04E7-7DD9-5AD2-6A9C-799E2F6A5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54819B-3089-65BB-D00F-0B6C89723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50A4C-79BD-9A1C-714C-98E0EB250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264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F3582B-8986-5CCF-A36F-E6EC9329A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65EF9-1A56-2FDE-2273-711D3F38D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1F78D-E2C4-2E46-479B-019D326CFA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57832A-F84A-5A33-B5CB-9E8F18AF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ACD374-E2D9-FD25-30E2-10183CC34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30A78-91E6-D8EE-FC44-F9FDCF93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01D9A-B377-AD3B-BC91-7ABD00540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F18C9-09E0-C8FA-E21F-E0436C0EF48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A67B1-901C-3E56-0055-C8ACDC3D1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C2D714-1F98-DC4B-FDD4-B104371D7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9938B3-06B1-50F6-FCC2-1A845A2AC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6330CF-AB3D-887E-3DC2-6A8FA0F3B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834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DBE23-DD7C-09CB-A5CB-DE8E5F688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959C4-D5FF-8D5C-00DB-EA6180CDA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1312D-72BC-444D-515C-2201ACB4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DA22DB-271E-758A-C017-E168CCF42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AA34D-36E2-9ED4-0E20-6B7C2B45A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407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AFE3BE-0EB6-2FA6-74F3-AFE1D29F73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A4864-9EFE-1F74-3947-6567879EA1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914D1-66C2-3172-8263-C79442BFA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E27F1-7C67-E467-35B6-8AEE61EB5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72A6AA-5E9D-4648-6479-370140B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556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F40044-BF13-ACDB-4021-1D578DBF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4FCC2-B607-93EA-506D-D0D2304F6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11D92-659C-C4EC-B0BF-7E152996AA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C1B29-7771-4DA3-9A5B-5291E65CAFC5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C536C-DC0C-86F2-DC93-D5E67A4E54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82F56-E4D7-5D06-4768-5C61AB0FC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5A10B6-AFF0-4A0D-9D42-D71C8BA93A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60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fna&amp;_nc_gid=pjlMe8CiuTCJSm1vinHItg&amp;_nc_ss=7b289&amp;oh=00_AQMS3hGNgest2RWQejjSbfUYQUa0Th0Pnp2xyr_sE4mq9w&amp;oe=6AC82D7C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74A03-AC58-B7DB-4619-A76C74B217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Projects Snaps </a:t>
            </a:r>
            <a:endParaRPr lang="en-IN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27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4767AE-561D-7D62-65CE-5DFEC34F6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 fontScale="90000"/>
          </a:bodyPr>
          <a:lstStyle/>
          <a:p>
            <a:r>
              <a:rPr lang="en-US" sz="5400" dirty="0"/>
              <a:t>L&amp;T TC4 Building Chennai</a:t>
            </a:r>
            <a:endParaRPr lang="en-IN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03FF0E4-2D2D-668E-9563-121C163CD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IN" b="1" dirty="0"/>
              <a:t>A 13-storey structure with 667,417 sqm built-up area</a:t>
            </a:r>
            <a:endParaRPr lang="en-US" sz="2200" dirty="0"/>
          </a:p>
        </p:txBody>
      </p:sp>
      <p:pic>
        <p:nvPicPr>
          <p:cNvPr id="4" name="Content Placeholder 3" descr="No photo description available.">
            <a:extLst>
              <a:ext uri="{FF2B5EF4-FFF2-40B4-BE49-F238E27FC236}">
                <a16:creationId xmlns:a16="http://schemas.microsoft.com/office/drawing/2014/main" id="{C8B7C071-D4B4-64C0-F622-C9E0C2E71F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60744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CDD23B-75C8-427B-BD08-53C8156CD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Project - Anaplan">
            <a:extLst>
              <a:ext uri="{FF2B5EF4-FFF2-40B4-BE49-F238E27FC236}">
                <a16:creationId xmlns:a16="http://schemas.microsoft.com/office/drawing/2014/main" id="{5F027C39-785C-47D5-5D46-4AA1D2E429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924" r="-1" b="-1"/>
          <a:stretch>
            <a:fillRect/>
          </a:stretch>
        </p:blipFill>
        <p:spPr>
          <a:xfrm>
            <a:off x="-1" y="190"/>
            <a:ext cx="8128855" cy="529119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FFC87AC-C919-4FE5-BAC3-39509E00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64" y="5282206"/>
            <a:ext cx="12192264" cy="1163844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11000"/>
                </a:schemeClr>
              </a:gs>
              <a:gs pos="100000">
                <a:srgbClr val="000000">
                  <a:alpha val="77000"/>
                </a:srgbClr>
              </a:gs>
            </a:gsLst>
            <a:lin ang="12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5282206"/>
            <a:ext cx="12191998" cy="158648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FD29A-68E0-0956-A89F-28E1DACD7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5" y="5976257"/>
            <a:ext cx="5080599" cy="55769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Anaplan office - Gurugram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5282206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71B717-A54A-49E3-B213-AC42C585EA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72" b="-3"/>
          <a:stretch>
            <a:fillRect/>
          </a:stretch>
        </p:blipFill>
        <p:spPr>
          <a:xfrm>
            <a:off x="8128856" y="1"/>
            <a:ext cx="4063143" cy="5291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03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F1A179-1538-B3E7-6C25-FD2A1E54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 dirty="0"/>
              <a:t>Trimont Hyderabad </a:t>
            </a:r>
            <a:endParaRPr lang="en-IN" sz="5400" dirty="0"/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Working at Trimont | Glassdoor">
            <a:extLst>
              <a:ext uri="{FF2B5EF4-FFF2-40B4-BE49-F238E27FC236}">
                <a16:creationId xmlns:a16="http://schemas.microsoft.com/office/drawing/2014/main" id="{FF3350FA-E325-D8B7-9EE7-6809D3EE1B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58" r="16089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4701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83AA3C-E793-EA68-7868-9741BCE79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640080"/>
            <a:ext cx="6894576" cy="35661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/>
              <a:t>CISCO Bangalore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716C6F9-5661-A2CB-5681-65BBB2743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4636008"/>
            <a:ext cx="6894576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/>
              <a:t>Building 11, 14, 15  &amp; CISCO Hyderabad &amp; Pune </a:t>
            </a:r>
          </a:p>
        </p:txBody>
      </p:sp>
      <p:pic>
        <p:nvPicPr>
          <p:cNvPr id="4" name="Content Placeholder 3" descr="List Of IT Companies In Bangalore - Team Tweaks Blog - Information on Latest Trends in IOT | App Development | Web Development | DevOps and all Other Technology Trends in Chennai - India">
            <a:extLst>
              <a:ext uri="{FF2B5EF4-FFF2-40B4-BE49-F238E27FC236}">
                <a16:creationId xmlns:a16="http://schemas.microsoft.com/office/drawing/2014/main" id="{44E8798D-9308-198B-B9B3-8CF71BF3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745"/>
          <a:stretch>
            <a:fillRect/>
          </a:stretch>
        </p:blipFill>
        <p:spPr>
          <a:xfrm>
            <a:off x="20" y="10"/>
            <a:ext cx="4049786" cy="6857990"/>
          </a:xfrm>
          <a:custGeom>
            <a:avLst/>
            <a:gdLst/>
            <a:ahLst/>
            <a:cxnLst/>
            <a:rect l="l" t="t" r="r" b="b"/>
            <a:pathLst>
              <a:path w="4049806" h="6858000">
                <a:moveTo>
                  <a:pt x="0" y="0"/>
                </a:moveTo>
                <a:lnTo>
                  <a:pt x="4018525" y="0"/>
                </a:lnTo>
                <a:lnTo>
                  <a:pt x="4019816" y="10931"/>
                </a:lnTo>
                <a:cubicBezTo>
                  <a:pt x="4034945" y="94836"/>
                  <a:pt x="4032275" y="179884"/>
                  <a:pt x="4036343" y="264297"/>
                </a:cubicBezTo>
                <a:cubicBezTo>
                  <a:pt x="4041301" y="367652"/>
                  <a:pt x="4035072" y="471135"/>
                  <a:pt x="4032911" y="574617"/>
                </a:cubicBezTo>
                <a:cubicBezTo>
                  <a:pt x="4031004" y="662717"/>
                  <a:pt x="4022232" y="750690"/>
                  <a:pt x="4025029" y="838916"/>
                </a:cubicBezTo>
                <a:cubicBezTo>
                  <a:pt x="4025029" y="841968"/>
                  <a:pt x="4025029" y="845019"/>
                  <a:pt x="4025029" y="848070"/>
                </a:cubicBezTo>
                <a:cubicBezTo>
                  <a:pt x="4017020" y="945068"/>
                  <a:pt x="4017020" y="1042576"/>
                  <a:pt x="4025029" y="1139574"/>
                </a:cubicBezTo>
                <a:cubicBezTo>
                  <a:pt x="4027609" y="1179950"/>
                  <a:pt x="4026885" y="1220466"/>
                  <a:pt x="4022868" y="1260728"/>
                </a:cubicBezTo>
                <a:cubicBezTo>
                  <a:pt x="4019054" y="1311960"/>
                  <a:pt x="4006849" y="1364083"/>
                  <a:pt x="4015621" y="1414934"/>
                </a:cubicBezTo>
                <a:cubicBezTo>
                  <a:pt x="4021367" y="1456784"/>
                  <a:pt x="4024558" y="1498940"/>
                  <a:pt x="4025156" y="1541172"/>
                </a:cubicBezTo>
                <a:cubicBezTo>
                  <a:pt x="4029478" y="1635755"/>
                  <a:pt x="4025283" y="1730847"/>
                  <a:pt x="4023757" y="1825685"/>
                </a:cubicBezTo>
                <a:cubicBezTo>
                  <a:pt x="4021850" y="1936286"/>
                  <a:pt x="4024647" y="2046634"/>
                  <a:pt x="4015748" y="2157235"/>
                </a:cubicBezTo>
                <a:cubicBezTo>
                  <a:pt x="4010790" y="2246581"/>
                  <a:pt x="4010790" y="2336130"/>
                  <a:pt x="4015748" y="2425476"/>
                </a:cubicBezTo>
                <a:cubicBezTo>
                  <a:pt x="4018164" y="2507473"/>
                  <a:pt x="4030495" y="2588454"/>
                  <a:pt x="4028461" y="2671214"/>
                </a:cubicBezTo>
                <a:cubicBezTo>
                  <a:pt x="4026046" y="2767832"/>
                  <a:pt x="4014604" y="2863940"/>
                  <a:pt x="4018164" y="2960685"/>
                </a:cubicBezTo>
                <a:cubicBezTo>
                  <a:pt x="4019816" y="3006832"/>
                  <a:pt x="4019944" y="3052980"/>
                  <a:pt x="4020961" y="3099127"/>
                </a:cubicBezTo>
                <a:cubicBezTo>
                  <a:pt x="4021978" y="3154682"/>
                  <a:pt x="4032021" y="3210110"/>
                  <a:pt x="4026427" y="3265665"/>
                </a:cubicBezTo>
                <a:cubicBezTo>
                  <a:pt x="4017147" y="3358087"/>
                  <a:pt x="3993120" y="3448857"/>
                  <a:pt x="4008121" y="3543567"/>
                </a:cubicBezTo>
                <a:cubicBezTo>
                  <a:pt x="4016384" y="3595690"/>
                  <a:pt x="4025791" y="3647940"/>
                  <a:pt x="4030495" y="3700571"/>
                </a:cubicBezTo>
                <a:cubicBezTo>
                  <a:pt x="4034690" y="3747608"/>
                  <a:pt x="4045369" y="3795408"/>
                  <a:pt x="4037233" y="3842191"/>
                </a:cubicBezTo>
                <a:cubicBezTo>
                  <a:pt x="4030368" y="3882237"/>
                  <a:pt x="4034055" y="3922282"/>
                  <a:pt x="4028715" y="3962327"/>
                </a:cubicBezTo>
                <a:cubicBezTo>
                  <a:pt x="4021723" y="4014831"/>
                  <a:pt x="4017910" y="4068352"/>
                  <a:pt x="4012697" y="4121111"/>
                </a:cubicBezTo>
                <a:cubicBezTo>
                  <a:pt x="4007866" y="4169038"/>
                  <a:pt x="4004307" y="4216838"/>
                  <a:pt x="4017020" y="4261841"/>
                </a:cubicBezTo>
                <a:cubicBezTo>
                  <a:pt x="4048039" y="4375112"/>
                  <a:pt x="4031004" y="4487748"/>
                  <a:pt x="4019308" y="4600257"/>
                </a:cubicBezTo>
                <a:cubicBezTo>
                  <a:pt x="4013587" y="4655049"/>
                  <a:pt x="4005197" y="4712765"/>
                  <a:pt x="4017910" y="4762853"/>
                </a:cubicBezTo>
                <a:cubicBezTo>
                  <a:pt x="4041428" y="4851716"/>
                  <a:pt x="4022995" y="4936764"/>
                  <a:pt x="4012824" y="5021432"/>
                </a:cubicBezTo>
                <a:cubicBezTo>
                  <a:pt x="4002654" y="5106099"/>
                  <a:pt x="4000239" y="5189495"/>
                  <a:pt x="4018037" y="5272637"/>
                </a:cubicBezTo>
                <a:cubicBezTo>
                  <a:pt x="4030495" y="5331116"/>
                  <a:pt x="4030495" y="5390612"/>
                  <a:pt x="4032021" y="5449600"/>
                </a:cubicBezTo>
                <a:cubicBezTo>
                  <a:pt x="4032911" y="5486339"/>
                  <a:pt x="4019308" y="5523842"/>
                  <a:pt x="4010282" y="5560582"/>
                </a:cubicBezTo>
                <a:cubicBezTo>
                  <a:pt x="3994009" y="5626943"/>
                  <a:pt x="3988162" y="5694321"/>
                  <a:pt x="4010282" y="5759029"/>
                </a:cubicBezTo>
                <a:cubicBezTo>
                  <a:pt x="4040793" y="5848655"/>
                  <a:pt x="4058336" y="5938407"/>
                  <a:pt x="4045623" y="6033117"/>
                </a:cubicBezTo>
                <a:cubicBezTo>
                  <a:pt x="4038377" y="6091724"/>
                  <a:pt x="4036597" y="6151347"/>
                  <a:pt x="4025664" y="6209190"/>
                </a:cubicBezTo>
                <a:cubicBezTo>
                  <a:pt x="4007358" y="6304790"/>
                  <a:pt x="4013841" y="6399882"/>
                  <a:pt x="4028461" y="6494211"/>
                </a:cubicBezTo>
                <a:cubicBezTo>
                  <a:pt x="4038542" y="6573081"/>
                  <a:pt x="4039610" y="6652829"/>
                  <a:pt x="4031639" y="6731941"/>
                </a:cubicBezTo>
                <a:lnTo>
                  <a:pt x="4022913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sketchy line">
            <a:extLst>
              <a:ext uri="{FF2B5EF4-FFF2-40B4-BE49-F238E27FC236}">
                <a16:creationId xmlns:a16="http://schemas.microsoft.com/office/drawing/2014/main" id="{82580482-BA80-420A-8A05-C58E97F2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4409267"/>
            <a:ext cx="4242816" cy="18288"/>
          </a:xfrm>
          <a:custGeom>
            <a:avLst/>
            <a:gdLst>
              <a:gd name="csX0" fmla="*/ 0 w 4242816"/>
              <a:gd name="csY0" fmla="*/ 0 h 18288"/>
              <a:gd name="csX1" fmla="*/ 690973 w 4242816"/>
              <a:gd name="csY1" fmla="*/ 0 h 18288"/>
              <a:gd name="csX2" fmla="*/ 1212233 w 4242816"/>
              <a:gd name="csY2" fmla="*/ 0 h 18288"/>
              <a:gd name="csX3" fmla="*/ 1860778 w 4242816"/>
              <a:gd name="csY3" fmla="*/ 0 h 18288"/>
              <a:gd name="csX4" fmla="*/ 2424466 w 4242816"/>
              <a:gd name="csY4" fmla="*/ 0 h 18288"/>
              <a:gd name="csX5" fmla="*/ 3115439 w 4242816"/>
              <a:gd name="csY5" fmla="*/ 0 h 18288"/>
              <a:gd name="csX6" fmla="*/ 3636699 w 4242816"/>
              <a:gd name="csY6" fmla="*/ 0 h 18288"/>
              <a:gd name="csX7" fmla="*/ 4242816 w 4242816"/>
              <a:gd name="csY7" fmla="*/ 0 h 18288"/>
              <a:gd name="csX8" fmla="*/ 4242816 w 4242816"/>
              <a:gd name="csY8" fmla="*/ 18288 h 18288"/>
              <a:gd name="csX9" fmla="*/ 3636699 w 4242816"/>
              <a:gd name="csY9" fmla="*/ 18288 h 18288"/>
              <a:gd name="csX10" fmla="*/ 3030583 w 4242816"/>
              <a:gd name="csY10" fmla="*/ 18288 h 18288"/>
              <a:gd name="csX11" fmla="*/ 2466894 w 4242816"/>
              <a:gd name="csY11" fmla="*/ 18288 h 18288"/>
              <a:gd name="csX12" fmla="*/ 1988062 w 4242816"/>
              <a:gd name="csY12" fmla="*/ 18288 h 18288"/>
              <a:gd name="csX13" fmla="*/ 1466802 w 4242816"/>
              <a:gd name="csY13" fmla="*/ 18288 h 18288"/>
              <a:gd name="csX14" fmla="*/ 860686 w 4242816"/>
              <a:gd name="csY14" fmla="*/ 18288 h 18288"/>
              <a:gd name="csX15" fmla="*/ 0 w 4242816"/>
              <a:gd name="csY15" fmla="*/ 18288 h 18288"/>
              <a:gd name="csX16" fmla="*/ 0 w 4242816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2816" h="18288" fill="none" extrusionOk="0">
                <a:moveTo>
                  <a:pt x="0" y="0"/>
                </a:moveTo>
                <a:cubicBezTo>
                  <a:pt x="249934" y="1471"/>
                  <a:pt x="379877" y="-29444"/>
                  <a:pt x="690973" y="0"/>
                </a:cubicBezTo>
                <a:cubicBezTo>
                  <a:pt x="1002069" y="29444"/>
                  <a:pt x="1021583" y="17501"/>
                  <a:pt x="1212233" y="0"/>
                </a:cubicBezTo>
                <a:cubicBezTo>
                  <a:pt x="1402883" y="-17501"/>
                  <a:pt x="1678760" y="5386"/>
                  <a:pt x="1860778" y="0"/>
                </a:cubicBezTo>
                <a:cubicBezTo>
                  <a:pt x="2042796" y="-5386"/>
                  <a:pt x="2245608" y="-22401"/>
                  <a:pt x="2424466" y="0"/>
                </a:cubicBezTo>
                <a:cubicBezTo>
                  <a:pt x="2603324" y="22401"/>
                  <a:pt x="2890020" y="33806"/>
                  <a:pt x="3115439" y="0"/>
                </a:cubicBezTo>
                <a:cubicBezTo>
                  <a:pt x="3340858" y="-33806"/>
                  <a:pt x="3428300" y="18628"/>
                  <a:pt x="3636699" y="0"/>
                </a:cubicBezTo>
                <a:cubicBezTo>
                  <a:pt x="3845098" y="-18628"/>
                  <a:pt x="4108824" y="5541"/>
                  <a:pt x="4242816" y="0"/>
                </a:cubicBezTo>
                <a:cubicBezTo>
                  <a:pt x="4242066" y="4160"/>
                  <a:pt x="4243125" y="10356"/>
                  <a:pt x="4242816" y="18288"/>
                </a:cubicBezTo>
                <a:cubicBezTo>
                  <a:pt x="4113424" y="32735"/>
                  <a:pt x="3768327" y="47567"/>
                  <a:pt x="3636699" y="18288"/>
                </a:cubicBezTo>
                <a:cubicBezTo>
                  <a:pt x="3505071" y="-10991"/>
                  <a:pt x="3294208" y="-4990"/>
                  <a:pt x="3030583" y="18288"/>
                </a:cubicBezTo>
                <a:cubicBezTo>
                  <a:pt x="2766958" y="41566"/>
                  <a:pt x="2649277" y="20974"/>
                  <a:pt x="2466894" y="18288"/>
                </a:cubicBezTo>
                <a:cubicBezTo>
                  <a:pt x="2284511" y="15602"/>
                  <a:pt x="2151277" y="1154"/>
                  <a:pt x="1988062" y="18288"/>
                </a:cubicBezTo>
                <a:cubicBezTo>
                  <a:pt x="1824847" y="35422"/>
                  <a:pt x="1691359" y="9265"/>
                  <a:pt x="1466802" y="18288"/>
                </a:cubicBezTo>
                <a:cubicBezTo>
                  <a:pt x="1242245" y="27311"/>
                  <a:pt x="1006161" y="36605"/>
                  <a:pt x="860686" y="18288"/>
                </a:cubicBezTo>
                <a:cubicBezTo>
                  <a:pt x="715211" y="-29"/>
                  <a:pt x="242774" y="46538"/>
                  <a:pt x="0" y="18288"/>
                </a:cubicBezTo>
                <a:cubicBezTo>
                  <a:pt x="-146" y="11482"/>
                  <a:pt x="-422" y="5192"/>
                  <a:pt x="0" y="0"/>
                </a:cubicBezTo>
                <a:close/>
              </a:path>
              <a:path w="4242816" h="18288" stroke="0" extrusionOk="0">
                <a:moveTo>
                  <a:pt x="0" y="0"/>
                </a:moveTo>
                <a:cubicBezTo>
                  <a:pt x="259751" y="-14018"/>
                  <a:pt x="356632" y="-15007"/>
                  <a:pt x="521260" y="0"/>
                </a:cubicBezTo>
                <a:cubicBezTo>
                  <a:pt x="685888" y="15007"/>
                  <a:pt x="885786" y="5167"/>
                  <a:pt x="1212233" y="0"/>
                </a:cubicBezTo>
                <a:cubicBezTo>
                  <a:pt x="1538680" y="-5167"/>
                  <a:pt x="1458849" y="7951"/>
                  <a:pt x="1691065" y="0"/>
                </a:cubicBezTo>
                <a:cubicBezTo>
                  <a:pt x="1923281" y="-7951"/>
                  <a:pt x="1985780" y="-16303"/>
                  <a:pt x="2169897" y="0"/>
                </a:cubicBezTo>
                <a:cubicBezTo>
                  <a:pt x="2354014" y="16303"/>
                  <a:pt x="2633054" y="-2739"/>
                  <a:pt x="2776014" y="0"/>
                </a:cubicBezTo>
                <a:cubicBezTo>
                  <a:pt x="2918974" y="2739"/>
                  <a:pt x="3112688" y="-15682"/>
                  <a:pt x="3339702" y="0"/>
                </a:cubicBezTo>
                <a:cubicBezTo>
                  <a:pt x="3566716" y="15682"/>
                  <a:pt x="4015278" y="-28467"/>
                  <a:pt x="4242816" y="0"/>
                </a:cubicBezTo>
                <a:cubicBezTo>
                  <a:pt x="4243501" y="7633"/>
                  <a:pt x="4242294" y="10002"/>
                  <a:pt x="4242816" y="18288"/>
                </a:cubicBezTo>
                <a:cubicBezTo>
                  <a:pt x="3924964" y="16283"/>
                  <a:pt x="3746362" y="-1805"/>
                  <a:pt x="3551843" y="18288"/>
                </a:cubicBezTo>
                <a:cubicBezTo>
                  <a:pt x="3357324" y="38381"/>
                  <a:pt x="3126422" y="47156"/>
                  <a:pt x="2860870" y="18288"/>
                </a:cubicBezTo>
                <a:cubicBezTo>
                  <a:pt x="2595318" y="-10580"/>
                  <a:pt x="2572437" y="11441"/>
                  <a:pt x="2297182" y="18288"/>
                </a:cubicBezTo>
                <a:cubicBezTo>
                  <a:pt x="2021927" y="25135"/>
                  <a:pt x="1916908" y="33601"/>
                  <a:pt x="1733493" y="18288"/>
                </a:cubicBezTo>
                <a:cubicBezTo>
                  <a:pt x="1550078" y="2975"/>
                  <a:pt x="1412440" y="27896"/>
                  <a:pt x="1212233" y="18288"/>
                </a:cubicBezTo>
                <a:cubicBezTo>
                  <a:pt x="1012026" y="8680"/>
                  <a:pt x="914386" y="13859"/>
                  <a:pt x="648545" y="18288"/>
                </a:cubicBezTo>
                <a:cubicBezTo>
                  <a:pt x="382704" y="22717"/>
                  <a:pt x="233522" y="39342"/>
                  <a:pt x="0" y="18288"/>
                </a:cubicBezTo>
                <a:cubicBezTo>
                  <a:pt x="-772" y="13661"/>
                  <a:pt x="-839" y="849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707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D4677D2-D5AC-4CF9-9EED-2B89D0A1C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695F69-7001-421E-98A8-E74156934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Vmware Software India Pvt Ltd (Head Office) in Bannerghatta Road, Bangalore - Best Computer Software Dealers in Bangalore - Justdial">
            <a:extLst>
              <a:ext uri="{FF2B5EF4-FFF2-40B4-BE49-F238E27FC236}">
                <a16:creationId xmlns:a16="http://schemas.microsoft.com/office/drawing/2014/main" id="{4E9E1E4E-8217-DA33-BE46-5D42A844E7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5028" r="-2" b="3127"/>
          <a:stretch>
            <a:fillRect/>
          </a:stretch>
        </p:blipFill>
        <p:spPr>
          <a:xfrm>
            <a:off x="6096010" y="10"/>
            <a:ext cx="6095999" cy="6857990"/>
          </a:xfrm>
          <a:custGeom>
            <a:avLst/>
            <a:gdLst/>
            <a:ahLst/>
            <a:cxnLst/>
            <a:rect l="l" t="t" r="r" b="b"/>
            <a:pathLst>
              <a:path w="6095999" h="6858000">
                <a:moveTo>
                  <a:pt x="0" y="0"/>
                </a:moveTo>
                <a:lnTo>
                  <a:pt x="6095999" y="0"/>
                </a:lnTo>
                <a:lnTo>
                  <a:pt x="6095999" y="6858000"/>
                </a:lnTo>
                <a:lnTo>
                  <a:pt x="0" y="6858000"/>
                </a:lnTo>
                <a:lnTo>
                  <a:pt x="0" y="6857999"/>
                </a:lnTo>
                <a:lnTo>
                  <a:pt x="4220980" y="6857999"/>
                </a:lnTo>
                <a:lnTo>
                  <a:pt x="4213164" y="6851010"/>
                </a:lnTo>
                <a:cubicBezTo>
                  <a:pt x="4181666" y="6825777"/>
                  <a:pt x="4066661" y="6744343"/>
                  <a:pt x="4062999" y="6737842"/>
                </a:cubicBezTo>
                <a:cubicBezTo>
                  <a:pt x="4024279" y="6693220"/>
                  <a:pt x="4060463" y="6731339"/>
                  <a:pt x="3994350" y="6686435"/>
                </a:cubicBezTo>
                <a:cubicBezTo>
                  <a:pt x="3947033" y="6670674"/>
                  <a:pt x="3899856" y="6566625"/>
                  <a:pt x="3859426" y="6512643"/>
                </a:cubicBezTo>
                <a:cubicBezTo>
                  <a:pt x="3843619" y="6494605"/>
                  <a:pt x="3819111" y="6476220"/>
                  <a:pt x="3795266" y="6469055"/>
                </a:cubicBezTo>
                <a:cubicBezTo>
                  <a:pt x="3772240" y="6479507"/>
                  <a:pt x="3769424" y="6446115"/>
                  <a:pt x="3752228" y="6440526"/>
                </a:cubicBezTo>
                <a:cubicBezTo>
                  <a:pt x="3742060" y="6447641"/>
                  <a:pt x="3719048" y="6424775"/>
                  <a:pt x="3716355" y="6414007"/>
                </a:cubicBezTo>
                <a:cubicBezTo>
                  <a:pt x="3729286" y="6392352"/>
                  <a:pt x="3629924" y="6387100"/>
                  <a:pt x="3629916" y="6370687"/>
                </a:cubicBezTo>
                <a:cubicBezTo>
                  <a:pt x="3600280" y="6362353"/>
                  <a:pt x="3495200" y="6368444"/>
                  <a:pt x="3479034" y="6339494"/>
                </a:cubicBezTo>
                <a:cubicBezTo>
                  <a:pt x="3420435" y="6317314"/>
                  <a:pt x="3345614" y="6290932"/>
                  <a:pt x="3319627" y="6285893"/>
                </a:cubicBezTo>
                <a:cubicBezTo>
                  <a:pt x="3282294" y="6327705"/>
                  <a:pt x="3185936" y="6185255"/>
                  <a:pt x="3075494" y="6164273"/>
                </a:cubicBezTo>
                <a:cubicBezTo>
                  <a:pt x="3059427" y="6166243"/>
                  <a:pt x="3051440" y="6164859"/>
                  <a:pt x="3050019" y="6153683"/>
                </a:cubicBezTo>
                <a:cubicBezTo>
                  <a:pt x="3016030" y="6146243"/>
                  <a:pt x="2991340" y="6114870"/>
                  <a:pt x="2963636" y="6123708"/>
                </a:cubicBezTo>
                <a:cubicBezTo>
                  <a:pt x="2928425" y="6105855"/>
                  <a:pt x="2947049" y="6092097"/>
                  <a:pt x="2914912" y="6078439"/>
                </a:cubicBezTo>
                <a:lnTo>
                  <a:pt x="2770812" y="6041758"/>
                </a:lnTo>
                <a:cubicBezTo>
                  <a:pt x="2750466" y="6034724"/>
                  <a:pt x="2729222" y="6014032"/>
                  <a:pt x="2708585" y="6007728"/>
                </a:cubicBezTo>
                <a:lnTo>
                  <a:pt x="2687072" y="6003931"/>
                </a:lnTo>
                <a:lnTo>
                  <a:pt x="2674457" y="5991515"/>
                </a:lnTo>
                <a:cubicBezTo>
                  <a:pt x="2668773" y="5988707"/>
                  <a:pt x="2661696" y="5988167"/>
                  <a:pt x="2652298" y="5991525"/>
                </a:cubicBezTo>
                <a:cubicBezTo>
                  <a:pt x="2634345" y="5986939"/>
                  <a:pt x="2583809" y="5969299"/>
                  <a:pt x="2566743" y="5963996"/>
                </a:cubicBezTo>
                <a:lnTo>
                  <a:pt x="2549903" y="5959709"/>
                </a:lnTo>
                <a:lnTo>
                  <a:pt x="2542177" y="5951723"/>
                </a:lnTo>
                <a:cubicBezTo>
                  <a:pt x="2529898" y="5945994"/>
                  <a:pt x="2498812" y="5935402"/>
                  <a:pt x="2476225" y="5925338"/>
                </a:cubicBezTo>
                <a:cubicBezTo>
                  <a:pt x="2457810" y="5911056"/>
                  <a:pt x="2433846" y="5899348"/>
                  <a:pt x="2406656" y="5891344"/>
                </a:cubicBezTo>
                <a:cubicBezTo>
                  <a:pt x="2400991" y="5896275"/>
                  <a:pt x="2393612" y="5885783"/>
                  <a:pt x="2389160" y="5883030"/>
                </a:cubicBezTo>
                <a:cubicBezTo>
                  <a:pt x="2387458" y="5886701"/>
                  <a:pt x="2375233" y="5885881"/>
                  <a:pt x="2372540" y="5881920"/>
                </a:cubicBezTo>
                <a:cubicBezTo>
                  <a:pt x="2293168" y="5849488"/>
                  <a:pt x="2325743" y="5894734"/>
                  <a:pt x="2283811" y="5862541"/>
                </a:cubicBezTo>
                <a:cubicBezTo>
                  <a:pt x="2275730" y="5859531"/>
                  <a:pt x="2268484" y="5859925"/>
                  <a:pt x="2261759" y="5861764"/>
                </a:cubicBezTo>
                <a:lnTo>
                  <a:pt x="2219265" y="5849327"/>
                </a:lnTo>
                <a:cubicBezTo>
                  <a:pt x="2203078" y="5842651"/>
                  <a:pt x="2185672" y="5837119"/>
                  <a:pt x="2167456" y="5832891"/>
                </a:cubicBezTo>
                <a:cubicBezTo>
                  <a:pt x="2161387" y="5839963"/>
                  <a:pt x="2149583" y="5826532"/>
                  <a:pt x="2143288" y="5823218"/>
                </a:cubicBezTo>
                <a:cubicBezTo>
                  <a:pt x="2141966" y="5828274"/>
                  <a:pt x="2126227" y="5828196"/>
                  <a:pt x="2121889" y="5823116"/>
                </a:cubicBezTo>
                <a:cubicBezTo>
                  <a:pt x="2013448" y="5786297"/>
                  <a:pt x="2065303" y="5844161"/>
                  <a:pt x="2004548" y="5804552"/>
                </a:cubicBezTo>
                <a:cubicBezTo>
                  <a:pt x="1993575" y="5801194"/>
                  <a:pt x="1984449" y="5802325"/>
                  <a:pt x="1976317" y="5805346"/>
                </a:cubicBezTo>
                <a:lnTo>
                  <a:pt x="1960968" y="5813703"/>
                </a:lnTo>
                <a:lnTo>
                  <a:pt x="1951886" y="5808313"/>
                </a:lnTo>
                <a:cubicBezTo>
                  <a:pt x="1914205" y="5801767"/>
                  <a:pt x="1900427" y="5810657"/>
                  <a:pt x="1881129" y="5796205"/>
                </a:cubicBezTo>
                <a:cubicBezTo>
                  <a:pt x="1847467" y="5788576"/>
                  <a:pt x="1808824" y="5783942"/>
                  <a:pt x="1778393" y="5776687"/>
                </a:cubicBezTo>
                <a:cubicBezTo>
                  <a:pt x="1764338" y="5756704"/>
                  <a:pt x="1721542" y="5761928"/>
                  <a:pt x="1698544" y="5752677"/>
                </a:cubicBezTo>
                <a:cubicBezTo>
                  <a:pt x="1688689" y="5744367"/>
                  <a:pt x="1680710" y="5741898"/>
                  <a:pt x="1667763" y="5746936"/>
                </a:cubicBezTo>
                <a:cubicBezTo>
                  <a:pt x="1622782" y="5706970"/>
                  <a:pt x="1636232" y="5740258"/>
                  <a:pt x="1589890" y="5720079"/>
                </a:cubicBezTo>
                <a:cubicBezTo>
                  <a:pt x="1550522" y="5700408"/>
                  <a:pt x="1504390" y="5684235"/>
                  <a:pt x="1470745" y="5647268"/>
                </a:cubicBezTo>
                <a:cubicBezTo>
                  <a:pt x="1465307" y="5637473"/>
                  <a:pt x="1447590" y="5631171"/>
                  <a:pt x="1431171" y="5633192"/>
                </a:cubicBezTo>
                <a:cubicBezTo>
                  <a:pt x="1428344" y="5633540"/>
                  <a:pt x="1425665" y="5634127"/>
                  <a:pt x="1423215" y="5634934"/>
                </a:cubicBezTo>
                <a:cubicBezTo>
                  <a:pt x="1404063" y="5609561"/>
                  <a:pt x="1384477" y="5616951"/>
                  <a:pt x="1377158" y="5600720"/>
                </a:cubicBezTo>
                <a:cubicBezTo>
                  <a:pt x="1337416" y="5587406"/>
                  <a:pt x="1299119" y="5594952"/>
                  <a:pt x="1292001" y="5580595"/>
                </a:cubicBezTo>
                <a:cubicBezTo>
                  <a:pt x="1270404" y="5577445"/>
                  <a:pt x="1236263" y="5586393"/>
                  <a:pt x="1224877" y="5570207"/>
                </a:cubicBezTo>
                <a:cubicBezTo>
                  <a:pt x="1218892" y="5580643"/>
                  <a:pt x="1203320" y="5557444"/>
                  <a:pt x="1188481" y="5562311"/>
                </a:cubicBezTo>
                <a:cubicBezTo>
                  <a:pt x="1177571" y="5566931"/>
                  <a:pt x="1170302" y="5560971"/>
                  <a:pt x="1160620" y="5558862"/>
                </a:cubicBezTo>
                <a:cubicBezTo>
                  <a:pt x="1146504" y="5561577"/>
                  <a:pt x="1106544" y="5545833"/>
                  <a:pt x="1097113" y="5537725"/>
                </a:cubicBezTo>
                <a:cubicBezTo>
                  <a:pt x="1076260" y="5511528"/>
                  <a:pt x="1012618" y="5517876"/>
                  <a:pt x="994944" y="5497522"/>
                </a:cubicBezTo>
                <a:cubicBezTo>
                  <a:pt x="987638" y="5493756"/>
                  <a:pt x="980141" y="5491480"/>
                  <a:pt x="972567" y="5490138"/>
                </a:cubicBezTo>
                <a:lnTo>
                  <a:pt x="927036" y="5488921"/>
                </a:lnTo>
                <a:lnTo>
                  <a:pt x="905198" y="5488488"/>
                </a:lnTo>
                <a:cubicBezTo>
                  <a:pt x="920127" y="5466532"/>
                  <a:pt x="847550" y="5479119"/>
                  <a:pt x="871473" y="5463326"/>
                </a:cubicBezTo>
                <a:cubicBezTo>
                  <a:pt x="835241" y="5455796"/>
                  <a:pt x="824844" y="5441869"/>
                  <a:pt x="787335" y="5431076"/>
                </a:cubicBezTo>
                <a:lnTo>
                  <a:pt x="646418" y="5398569"/>
                </a:lnTo>
                <a:cubicBezTo>
                  <a:pt x="594533" y="5378172"/>
                  <a:pt x="569175" y="5376706"/>
                  <a:pt x="522316" y="5365133"/>
                </a:cubicBezTo>
                <a:cubicBezTo>
                  <a:pt x="485699" y="5316148"/>
                  <a:pt x="451396" y="5327743"/>
                  <a:pt x="425051" y="5295085"/>
                </a:cubicBezTo>
                <a:cubicBezTo>
                  <a:pt x="373115" y="5280721"/>
                  <a:pt x="376598" y="5265782"/>
                  <a:pt x="318461" y="5265657"/>
                </a:cubicBezTo>
                <a:lnTo>
                  <a:pt x="266536" y="5232252"/>
                </a:lnTo>
                <a:cubicBezTo>
                  <a:pt x="254867" y="5225616"/>
                  <a:pt x="251642" y="5227516"/>
                  <a:pt x="248444" y="5225838"/>
                </a:cubicBezTo>
                <a:lnTo>
                  <a:pt x="247345" y="5222181"/>
                </a:lnTo>
                <a:lnTo>
                  <a:pt x="237345" y="5217023"/>
                </a:lnTo>
                <a:lnTo>
                  <a:pt x="219603" y="5204977"/>
                </a:lnTo>
                <a:lnTo>
                  <a:pt x="214443" y="5204489"/>
                </a:lnTo>
                <a:lnTo>
                  <a:pt x="184816" y="5189073"/>
                </a:lnTo>
                <a:lnTo>
                  <a:pt x="183534" y="5189699"/>
                </a:lnTo>
                <a:cubicBezTo>
                  <a:pt x="179981" y="5190754"/>
                  <a:pt x="176085" y="5190869"/>
                  <a:pt x="171363" y="5189023"/>
                </a:cubicBezTo>
                <a:cubicBezTo>
                  <a:pt x="165797" y="5204157"/>
                  <a:pt x="163531" y="5192594"/>
                  <a:pt x="150096" y="5185813"/>
                </a:cubicBezTo>
                <a:lnTo>
                  <a:pt x="59253" y="5172817"/>
                </a:lnTo>
                <a:lnTo>
                  <a:pt x="52526" y="5170052"/>
                </a:lnTo>
                <a:lnTo>
                  <a:pt x="52188" y="5170183"/>
                </a:lnTo>
                <a:cubicBezTo>
                  <a:pt x="50293" y="5169980"/>
                  <a:pt x="47917" y="5169219"/>
                  <a:pt x="44687" y="5167637"/>
                </a:cubicBezTo>
                <a:lnTo>
                  <a:pt x="40261" y="5165012"/>
                </a:lnTo>
                <a:lnTo>
                  <a:pt x="27209" y="5159648"/>
                </a:lnTo>
                <a:lnTo>
                  <a:pt x="21368" y="5159036"/>
                </a:lnTo>
                <a:lnTo>
                  <a:pt x="0" y="515885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7767AA-735F-D6B1-219F-729F017CD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18" y="5234320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VM Ware Bangalore </a:t>
            </a:r>
          </a:p>
        </p:txBody>
      </p:sp>
      <p:pic>
        <p:nvPicPr>
          <p:cNvPr id="5" name="Picture 4" descr="VMware office design, Bengaluru | M Moser Associates">
            <a:extLst>
              <a:ext uri="{FF2B5EF4-FFF2-40B4-BE49-F238E27FC236}">
                <a16:creationId xmlns:a16="http://schemas.microsoft.com/office/drawing/2014/main" id="{DEC8BE2C-CC22-5119-0BD0-5A5941EC20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651" r="22379" b="2"/>
          <a:stretch>
            <a:fillRect/>
          </a:stretch>
        </p:blipFill>
        <p:spPr>
          <a:xfrm>
            <a:off x="-5388" y="10"/>
            <a:ext cx="6169518" cy="5158840"/>
          </a:xfrm>
          <a:custGeom>
            <a:avLst/>
            <a:gdLst/>
            <a:ahLst/>
            <a:cxnLst/>
            <a:rect l="l" t="t" r="r" b="b"/>
            <a:pathLst>
              <a:path w="6096000" h="5158850">
                <a:moveTo>
                  <a:pt x="0" y="0"/>
                </a:moveTo>
                <a:lnTo>
                  <a:pt x="6096000" y="0"/>
                </a:lnTo>
                <a:lnTo>
                  <a:pt x="6096000" y="5158850"/>
                </a:lnTo>
                <a:lnTo>
                  <a:pt x="5957305" y="5157644"/>
                </a:lnTo>
                <a:cubicBezTo>
                  <a:pt x="5920540" y="5151975"/>
                  <a:pt x="5887096" y="5153588"/>
                  <a:pt x="5857259" y="5143603"/>
                </a:cubicBezTo>
                <a:cubicBezTo>
                  <a:pt x="5843335" y="5146861"/>
                  <a:pt x="5830921" y="5147051"/>
                  <a:pt x="5821375" y="5137142"/>
                </a:cubicBezTo>
                <a:cubicBezTo>
                  <a:pt x="5786501" y="5134144"/>
                  <a:pt x="5775399" y="5144200"/>
                  <a:pt x="5755916" y="5131695"/>
                </a:cubicBezTo>
                <a:cubicBezTo>
                  <a:pt x="5732132" y="5146996"/>
                  <a:pt x="5732735" y="5139753"/>
                  <a:pt x="5725007" y="5132964"/>
                </a:cubicBezTo>
                <a:lnTo>
                  <a:pt x="5723810" y="5132374"/>
                </a:lnTo>
                <a:lnTo>
                  <a:pt x="5720531" y="5134578"/>
                </a:lnTo>
                <a:lnTo>
                  <a:pt x="5714795" y="5134902"/>
                </a:lnTo>
                <a:lnTo>
                  <a:pt x="5700142" y="5131655"/>
                </a:lnTo>
                <a:lnTo>
                  <a:pt x="5694799" y="5129754"/>
                </a:lnTo>
                <a:cubicBezTo>
                  <a:pt x="5691058" y="5128696"/>
                  <a:pt x="5688491" y="5128320"/>
                  <a:pt x="5686627" y="5128420"/>
                </a:cubicBezTo>
                <a:lnTo>
                  <a:pt x="5686371" y="5128603"/>
                </a:lnTo>
                <a:lnTo>
                  <a:pt x="5678819" y="5126929"/>
                </a:lnTo>
                <a:cubicBezTo>
                  <a:pt x="5666199" y="5123608"/>
                  <a:pt x="5654035" y="5119908"/>
                  <a:pt x="5642547" y="5116000"/>
                </a:cubicBezTo>
                <a:cubicBezTo>
                  <a:pt x="5629445" y="5126457"/>
                  <a:pt x="5588783" y="5104807"/>
                  <a:pt x="5587979" y="5128480"/>
                </a:cubicBezTo>
                <a:cubicBezTo>
                  <a:pt x="5572317" y="5123886"/>
                  <a:pt x="5564904" y="5112774"/>
                  <a:pt x="5566635" y="5128675"/>
                </a:cubicBezTo>
                <a:cubicBezTo>
                  <a:pt x="5561375" y="5127594"/>
                  <a:pt x="5557787" y="5128327"/>
                  <a:pt x="5554953" y="5129937"/>
                </a:cubicBezTo>
                <a:lnTo>
                  <a:pt x="5554039" y="5130763"/>
                </a:lnTo>
                <a:lnTo>
                  <a:pt x="5514254" y="5120517"/>
                </a:lnTo>
                <a:lnTo>
                  <a:pt x="5492156" y="5111382"/>
                </a:lnTo>
                <a:lnTo>
                  <a:pt x="5480446" y="5107855"/>
                </a:lnTo>
                <a:lnTo>
                  <a:pt x="5477744" y="5104402"/>
                </a:lnTo>
                <a:cubicBezTo>
                  <a:pt x="5474490" y="5102038"/>
                  <a:pt x="5469391" y="5100405"/>
                  <a:pt x="5460150" y="5100442"/>
                </a:cubicBezTo>
                <a:lnTo>
                  <a:pt x="5457901" y="5100914"/>
                </a:lnTo>
                <a:lnTo>
                  <a:pt x="5444243" y="5094201"/>
                </a:lnTo>
                <a:cubicBezTo>
                  <a:pt x="5439994" y="5091441"/>
                  <a:pt x="5436419" y="5088231"/>
                  <a:pt x="5433825" y="5084410"/>
                </a:cubicBezTo>
                <a:cubicBezTo>
                  <a:pt x="5379443" y="5093528"/>
                  <a:pt x="5336110" y="5069767"/>
                  <a:pt x="5280996" y="5063773"/>
                </a:cubicBezTo>
                <a:cubicBezTo>
                  <a:pt x="5250806" y="5055129"/>
                  <a:pt x="5168599" y="5059471"/>
                  <a:pt x="5161582" y="5030966"/>
                </a:cubicBezTo>
                <a:cubicBezTo>
                  <a:pt x="5121870" y="5022662"/>
                  <a:pt x="5095637" y="5020496"/>
                  <a:pt x="5042717" y="5013952"/>
                </a:cubicBezTo>
                <a:cubicBezTo>
                  <a:pt x="4991136" y="4983679"/>
                  <a:pt x="4902283" y="4990567"/>
                  <a:pt x="4840514" y="4970468"/>
                </a:cubicBezTo>
                <a:cubicBezTo>
                  <a:pt x="4799904" y="4987615"/>
                  <a:pt x="4824087" y="4969531"/>
                  <a:pt x="4786778" y="4967817"/>
                </a:cubicBezTo>
                <a:cubicBezTo>
                  <a:pt x="4801901" y="4948343"/>
                  <a:pt x="4739845" y="4972374"/>
                  <a:pt x="4743741" y="4948216"/>
                </a:cubicBezTo>
                <a:cubicBezTo>
                  <a:pt x="4736829" y="4948670"/>
                  <a:pt x="4730010" y="4949869"/>
                  <a:pt x="4723136" y="4951257"/>
                </a:cubicBezTo>
                <a:lnTo>
                  <a:pt x="4719535" y="4951970"/>
                </a:lnTo>
                <a:lnTo>
                  <a:pt x="4706143" y="4950704"/>
                </a:lnTo>
                <a:lnTo>
                  <a:pt x="4701098" y="4955500"/>
                </a:lnTo>
                <a:lnTo>
                  <a:pt x="4680034" y="4957289"/>
                </a:lnTo>
                <a:cubicBezTo>
                  <a:pt x="4672339" y="4957161"/>
                  <a:pt x="4664292" y="4956094"/>
                  <a:pt x="4655741" y="4953520"/>
                </a:cubicBezTo>
                <a:cubicBezTo>
                  <a:pt x="4636359" y="4940479"/>
                  <a:pt x="4599701" y="4946454"/>
                  <a:pt x="4569298" y="4940691"/>
                </a:cubicBezTo>
                <a:lnTo>
                  <a:pt x="4555978" y="4935439"/>
                </a:lnTo>
                <a:lnTo>
                  <a:pt x="4508950" y="4932725"/>
                </a:lnTo>
                <a:cubicBezTo>
                  <a:pt x="4495669" y="4931511"/>
                  <a:pt x="4482007" y="4929765"/>
                  <a:pt x="4467838" y="4927057"/>
                </a:cubicBezTo>
                <a:lnTo>
                  <a:pt x="4441949" y="4920349"/>
                </a:lnTo>
                <a:lnTo>
                  <a:pt x="4394719" y="4912853"/>
                </a:lnTo>
                <a:lnTo>
                  <a:pt x="4356810" y="4916186"/>
                </a:lnTo>
                <a:lnTo>
                  <a:pt x="4222145" y="4920166"/>
                </a:lnTo>
                <a:cubicBezTo>
                  <a:pt x="4202488" y="4924963"/>
                  <a:pt x="4184742" y="4944595"/>
                  <a:pt x="4160481" y="4934555"/>
                </a:cubicBezTo>
                <a:cubicBezTo>
                  <a:pt x="4165854" y="4945670"/>
                  <a:pt x="4131661" y="4931019"/>
                  <a:pt x="4124879" y="4940397"/>
                </a:cubicBezTo>
                <a:cubicBezTo>
                  <a:pt x="4120895" y="4948198"/>
                  <a:pt x="4109593" y="4945570"/>
                  <a:pt x="4100114" y="4947117"/>
                </a:cubicBezTo>
                <a:cubicBezTo>
                  <a:pt x="4091835" y="4954382"/>
                  <a:pt x="4045978" y="4954676"/>
                  <a:pt x="4030957" y="4950944"/>
                </a:cubicBezTo>
                <a:cubicBezTo>
                  <a:pt x="3989825" y="4935537"/>
                  <a:pt x="3946860" y="4963196"/>
                  <a:pt x="3913764" y="4951738"/>
                </a:cubicBezTo>
                <a:cubicBezTo>
                  <a:pt x="3904534" y="4951024"/>
                  <a:pt x="3896577" y="4951663"/>
                  <a:pt x="3889457" y="4953140"/>
                </a:cubicBezTo>
                <a:lnTo>
                  <a:pt x="3871115" y="4959252"/>
                </a:lnTo>
                <a:lnTo>
                  <a:pt x="3869086" y="4964946"/>
                </a:lnTo>
                <a:lnTo>
                  <a:pt x="3856124" y="4966504"/>
                </a:lnTo>
                <a:lnTo>
                  <a:pt x="3835967" y="4975175"/>
                </a:lnTo>
                <a:cubicBezTo>
                  <a:pt x="3826465" y="4950975"/>
                  <a:pt x="3782586" y="4987146"/>
                  <a:pt x="3785910" y="4965148"/>
                </a:cubicBezTo>
                <a:cubicBezTo>
                  <a:pt x="3750785" y="4971249"/>
                  <a:pt x="3699033" y="4952693"/>
                  <a:pt x="3671085" y="4977741"/>
                </a:cubicBezTo>
                <a:cubicBezTo>
                  <a:pt x="3621255" y="4982620"/>
                  <a:pt x="3562637" y="4994206"/>
                  <a:pt x="3486928" y="4994420"/>
                </a:cubicBezTo>
                <a:cubicBezTo>
                  <a:pt x="3446030" y="4994640"/>
                  <a:pt x="3343460" y="4976299"/>
                  <a:pt x="3280956" y="4975036"/>
                </a:cubicBezTo>
                <a:cubicBezTo>
                  <a:pt x="3227193" y="4980695"/>
                  <a:pt x="3256481" y="4973778"/>
                  <a:pt x="3211563" y="4993919"/>
                </a:cubicBezTo>
                <a:cubicBezTo>
                  <a:pt x="3207119" y="4990757"/>
                  <a:pt x="3170070" y="4988394"/>
                  <a:pt x="3164681" y="4986606"/>
                </a:cubicBezTo>
                <a:lnTo>
                  <a:pt x="3127171" y="4979411"/>
                </a:lnTo>
                <a:lnTo>
                  <a:pt x="3096889" y="4976795"/>
                </a:lnTo>
                <a:cubicBezTo>
                  <a:pt x="3088441" y="4978753"/>
                  <a:pt x="3082883" y="4978233"/>
                  <a:pt x="3078620" y="4976620"/>
                </a:cubicBezTo>
                <a:lnTo>
                  <a:pt x="3074275" y="4973840"/>
                </a:lnTo>
                <a:lnTo>
                  <a:pt x="3036436" y="4968613"/>
                </a:lnTo>
                <a:lnTo>
                  <a:pt x="3031995" y="4969990"/>
                </a:lnTo>
                <a:lnTo>
                  <a:pt x="2994028" y="4967956"/>
                </a:lnTo>
                <a:cubicBezTo>
                  <a:pt x="2992299" y="4970105"/>
                  <a:pt x="2989407" y="4971561"/>
                  <a:pt x="2984001" y="4971609"/>
                </a:cubicBezTo>
                <a:cubicBezTo>
                  <a:pt x="2994191" y="4986644"/>
                  <a:pt x="2981386" y="4977427"/>
                  <a:pt x="2964542" y="4976237"/>
                </a:cubicBezTo>
                <a:cubicBezTo>
                  <a:pt x="2976613" y="4999323"/>
                  <a:pt x="2927627" y="4986817"/>
                  <a:pt x="2921274" y="4999668"/>
                </a:cubicBezTo>
                <a:cubicBezTo>
                  <a:pt x="2908629" y="4998274"/>
                  <a:pt x="2895476" y="4997220"/>
                  <a:pt x="2882111" y="4996632"/>
                </a:cubicBezTo>
                <a:lnTo>
                  <a:pt x="2874282" y="4996582"/>
                </a:lnTo>
                <a:cubicBezTo>
                  <a:pt x="2874237" y="4996658"/>
                  <a:pt x="2874193" y="4996735"/>
                  <a:pt x="2874147" y="4996812"/>
                </a:cubicBezTo>
                <a:cubicBezTo>
                  <a:pt x="2872492" y="4997296"/>
                  <a:pt x="2869935" y="4997466"/>
                  <a:pt x="2865932" y="4997221"/>
                </a:cubicBezTo>
                <a:lnTo>
                  <a:pt x="2860008" y="4996489"/>
                </a:lnTo>
                <a:lnTo>
                  <a:pt x="2844819" y="4996392"/>
                </a:lnTo>
                <a:lnTo>
                  <a:pt x="2839735" y="4997900"/>
                </a:lnTo>
                <a:lnTo>
                  <a:pt x="2837922" y="5000718"/>
                </a:lnTo>
                <a:lnTo>
                  <a:pt x="2836507" y="5000394"/>
                </a:lnTo>
                <a:cubicBezTo>
                  <a:pt x="2825749" y="4995427"/>
                  <a:pt x="2822382" y="4988291"/>
                  <a:pt x="2808859" y="5008050"/>
                </a:cubicBezTo>
                <a:cubicBezTo>
                  <a:pt x="2784233" y="4999995"/>
                  <a:pt x="2779499" y="5012041"/>
                  <a:pt x="2745907" y="5016391"/>
                </a:cubicBezTo>
                <a:cubicBezTo>
                  <a:pt x="2731796" y="5008784"/>
                  <a:pt x="2720518" y="5011549"/>
                  <a:pt x="2709519" y="5017601"/>
                </a:cubicBezTo>
                <a:cubicBezTo>
                  <a:pt x="2676766" y="5014138"/>
                  <a:pt x="2646981" y="5022656"/>
                  <a:pt x="2610212" y="5024813"/>
                </a:cubicBezTo>
                <a:cubicBezTo>
                  <a:pt x="2570359" y="5014992"/>
                  <a:pt x="2550109" y="5032793"/>
                  <a:pt x="2510814" y="5035020"/>
                </a:cubicBezTo>
                <a:cubicBezTo>
                  <a:pt x="2476639" y="5017991"/>
                  <a:pt x="2482834" y="5049980"/>
                  <a:pt x="2462736" y="5056754"/>
                </a:cubicBezTo>
                <a:lnTo>
                  <a:pt x="2457050" y="5057379"/>
                </a:lnTo>
                <a:lnTo>
                  <a:pt x="2442184" y="5054901"/>
                </a:lnTo>
                <a:lnTo>
                  <a:pt x="2436703" y="5053277"/>
                </a:lnTo>
                <a:cubicBezTo>
                  <a:pt x="2432888" y="5052418"/>
                  <a:pt x="2430299" y="5052175"/>
                  <a:pt x="2428451" y="5052373"/>
                </a:cubicBezTo>
                <a:lnTo>
                  <a:pt x="2420551" y="5051292"/>
                </a:lnTo>
                <a:cubicBezTo>
                  <a:pt x="2407700" y="5048633"/>
                  <a:pt x="2395274" y="5045570"/>
                  <a:pt x="2383501" y="5042264"/>
                </a:cubicBezTo>
                <a:cubicBezTo>
                  <a:pt x="2362992" y="5043848"/>
                  <a:pt x="2317884" y="5059023"/>
                  <a:pt x="2297493" y="5060796"/>
                </a:cubicBezTo>
                <a:lnTo>
                  <a:pt x="2261156" y="5052905"/>
                </a:lnTo>
                <a:lnTo>
                  <a:pt x="2200581" y="5036274"/>
                </a:lnTo>
                <a:lnTo>
                  <a:pt x="2198380" y="5036861"/>
                </a:lnTo>
                <a:lnTo>
                  <a:pt x="2116066" y="5030866"/>
                </a:lnTo>
                <a:cubicBezTo>
                  <a:pt x="2111600" y="5028328"/>
                  <a:pt x="2059664" y="5017338"/>
                  <a:pt x="2056754" y="5013653"/>
                </a:cubicBezTo>
                <a:cubicBezTo>
                  <a:pt x="2003393" y="5025622"/>
                  <a:pt x="1998298" y="5020073"/>
                  <a:pt x="1942916" y="5016969"/>
                </a:cubicBezTo>
                <a:cubicBezTo>
                  <a:pt x="1882138" y="5005950"/>
                  <a:pt x="1836966" y="4987831"/>
                  <a:pt x="1796717" y="4981610"/>
                </a:cubicBezTo>
                <a:cubicBezTo>
                  <a:pt x="1724075" y="4970499"/>
                  <a:pt x="1636218" y="4947449"/>
                  <a:pt x="1583222" y="4942334"/>
                </a:cubicBezTo>
                <a:cubicBezTo>
                  <a:pt x="1544265" y="4961611"/>
                  <a:pt x="1556109" y="4938719"/>
                  <a:pt x="1518821" y="4938963"/>
                </a:cubicBezTo>
                <a:cubicBezTo>
                  <a:pt x="1497291" y="4936197"/>
                  <a:pt x="1483221" y="4927794"/>
                  <a:pt x="1471837" y="4925740"/>
                </a:cubicBezTo>
                <a:lnTo>
                  <a:pt x="1450515" y="4926642"/>
                </a:lnTo>
                <a:lnTo>
                  <a:pt x="1437078" y="4926078"/>
                </a:lnTo>
                <a:lnTo>
                  <a:pt x="1432462" y="4931139"/>
                </a:lnTo>
                <a:lnTo>
                  <a:pt x="1411645" y="4934032"/>
                </a:lnTo>
                <a:cubicBezTo>
                  <a:pt x="1384856" y="4931153"/>
                  <a:pt x="1306656" y="4918434"/>
                  <a:pt x="1271729" y="4913863"/>
                </a:cubicBezTo>
                <a:cubicBezTo>
                  <a:pt x="1258697" y="4907976"/>
                  <a:pt x="1213546" y="4901042"/>
                  <a:pt x="1202076" y="4906608"/>
                </a:cubicBezTo>
                <a:cubicBezTo>
                  <a:pt x="1192059" y="4906580"/>
                  <a:pt x="1182171" y="4902320"/>
                  <a:pt x="1174670" y="4909064"/>
                </a:cubicBezTo>
                <a:cubicBezTo>
                  <a:pt x="1163701" y="4916862"/>
                  <a:pt x="1136874" y="4897641"/>
                  <a:pt x="1137035" y="4908989"/>
                </a:cubicBezTo>
                <a:cubicBezTo>
                  <a:pt x="1117838" y="4895687"/>
                  <a:pt x="1091386" y="4911450"/>
                  <a:pt x="1069882" y="4912892"/>
                </a:cubicBezTo>
                <a:cubicBezTo>
                  <a:pt x="1055589" y="4900472"/>
                  <a:pt x="1024570" y="4915744"/>
                  <a:pt x="980935" y="4911119"/>
                </a:cubicBezTo>
                <a:cubicBezTo>
                  <a:pt x="947614" y="4906556"/>
                  <a:pt x="913224" y="4897403"/>
                  <a:pt x="869960" y="4885518"/>
                </a:cubicBezTo>
                <a:cubicBezTo>
                  <a:pt x="819114" y="4856727"/>
                  <a:pt x="768074" y="4850663"/>
                  <a:pt x="721345" y="4839806"/>
                </a:cubicBezTo>
                <a:cubicBezTo>
                  <a:pt x="667944" y="4829906"/>
                  <a:pt x="698286" y="4859338"/>
                  <a:pt x="635428" y="4830000"/>
                </a:cubicBezTo>
                <a:cubicBezTo>
                  <a:pt x="626286" y="4837571"/>
                  <a:pt x="617638" y="4836842"/>
                  <a:pt x="604106" y="4830842"/>
                </a:cubicBezTo>
                <a:cubicBezTo>
                  <a:pt x="583276" y="4833091"/>
                  <a:pt x="539859" y="4845979"/>
                  <a:pt x="510451" y="4843485"/>
                </a:cubicBezTo>
                <a:cubicBezTo>
                  <a:pt x="489781" y="4840800"/>
                  <a:pt x="443867" y="4818678"/>
                  <a:pt x="427656" y="4815877"/>
                </a:cubicBezTo>
                <a:cubicBezTo>
                  <a:pt x="424088" y="4817297"/>
                  <a:pt x="419580" y="4820561"/>
                  <a:pt x="413184" y="4826676"/>
                </a:cubicBezTo>
                <a:cubicBezTo>
                  <a:pt x="387673" y="4816699"/>
                  <a:pt x="379855" y="4828170"/>
                  <a:pt x="341772" y="4829671"/>
                </a:cubicBezTo>
                <a:cubicBezTo>
                  <a:pt x="327795" y="4821005"/>
                  <a:pt x="314729" y="4822794"/>
                  <a:pt x="301266" y="4827842"/>
                </a:cubicBezTo>
                <a:cubicBezTo>
                  <a:pt x="265781" y="4821714"/>
                  <a:pt x="231017" y="4827635"/>
                  <a:pt x="189886" y="4826710"/>
                </a:cubicBezTo>
                <a:cubicBezTo>
                  <a:pt x="147910" y="4813727"/>
                  <a:pt x="121702" y="4829584"/>
                  <a:pt x="77762" y="4828518"/>
                </a:cubicBezTo>
                <a:cubicBezTo>
                  <a:pt x="38733" y="4806108"/>
                  <a:pt x="44308" y="4851138"/>
                  <a:pt x="8164" y="4846203"/>
                </a:cubicBezTo>
                <a:lnTo>
                  <a:pt x="0" y="4843648"/>
                </a:lnTo>
                <a:lnTo>
                  <a:pt x="0" y="408068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784622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483AA5-CB19-EE84-E041-0914E25B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 dirty="0"/>
              <a:t>Johnson &amp; Johnson Hyderabad</a:t>
            </a:r>
            <a:endParaRPr lang="en-IN" sz="3200" dirty="0"/>
          </a:p>
        </p:txBody>
      </p:sp>
      <p:pic>
        <p:nvPicPr>
          <p:cNvPr id="4" name="Picture 3" descr="Johnson Controls Office Photos – Inside Look at Workplace &amp; Culture | AmbitionBox">
            <a:extLst>
              <a:ext uri="{FF2B5EF4-FFF2-40B4-BE49-F238E27FC236}">
                <a16:creationId xmlns:a16="http://schemas.microsoft.com/office/drawing/2014/main" id="{6EC24A01-D742-7484-B041-B7432679D4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370" r="-2" b="6271"/>
          <a:stretch>
            <a:fillRect/>
          </a:stretch>
        </p:blipFill>
        <p:spPr>
          <a:xfrm>
            <a:off x="6" y="10"/>
            <a:ext cx="4884383" cy="3995918"/>
          </a:xfrm>
          <a:prstGeom prst="rect">
            <a:avLst/>
          </a:prstGeom>
        </p:spPr>
      </p:pic>
      <p:pic>
        <p:nvPicPr>
          <p:cNvPr id="5" name="Content Placeholder 4" descr="Johnson &amp; Johnson Opens Global Capability Center in Hyderabad">
            <a:extLst>
              <a:ext uri="{FF2B5EF4-FFF2-40B4-BE49-F238E27FC236}">
                <a16:creationId xmlns:a16="http://schemas.microsoft.com/office/drawing/2014/main" id="{E1A5B82E-2142-AF32-69DE-DCEEE05B78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9"/>
          <a:stretch>
            <a:fillRect/>
          </a:stretch>
        </p:blipFill>
        <p:spPr>
          <a:xfrm>
            <a:off x="5074877" y="10"/>
            <a:ext cx="7117118" cy="399591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090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D731904-7733-45B0-902C-289497204C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04E6397-35D7-4AEC-9DA9-B7F6B12B8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62B591-DA2B-38B6-ED99-619029E0A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1560" y="4440602"/>
            <a:ext cx="3538728" cy="1645920"/>
          </a:xfrm>
        </p:spPr>
        <p:txBody>
          <a:bodyPr>
            <a:normAutofit/>
          </a:bodyPr>
          <a:lstStyle/>
          <a:p>
            <a:r>
              <a:rPr lang="en-US" sz="3200"/>
              <a:t>Razon Pay</a:t>
            </a:r>
            <a:endParaRPr lang="en-IN" sz="3200"/>
          </a:p>
        </p:txBody>
      </p:sp>
      <p:pic>
        <p:nvPicPr>
          <p:cNvPr id="4" name="Content Placeholder 3" descr="Razorpay Office Photos – Inside Look at Workplace &amp; Culture | AmbitionBox">
            <a:extLst>
              <a:ext uri="{FF2B5EF4-FFF2-40B4-BE49-F238E27FC236}">
                <a16:creationId xmlns:a16="http://schemas.microsoft.com/office/drawing/2014/main" id="{6B2B22C7-04D8-1CB0-0D1F-9CA767E550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19" r="-4" b="-4"/>
          <a:stretch>
            <a:fillRect/>
          </a:stretch>
        </p:blipFill>
        <p:spPr>
          <a:xfrm>
            <a:off x="6" y="10"/>
            <a:ext cx="4884383" cy="3995918"/>
          </a:xfrm>
          <a:prstGeom prst="rect">
            <a:avLst/>
          </a:prstGeom>
        </p:spPr>
      </p:pic>
      <p:pic>
        <p:nvPicPr>
          <p:cNvPr id="5" name="Picture 4" descr="Razorpay Office Photos – Inside Look at Workplace &amp; Culture | AmbitionBox">
            <a:extLst>
              <a:ext uri="{FF2B5EF4-FFF2-40B4-BE49-F238E27FC236}">
                <a16:creationId xmlns:a16="http://schemas.microsoft.com/office/drawing/2014/main" id="{A0BC4564-1C9D-8735-6D26-792CBB3F0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71" r="1" b="1"/>
          <a:stretch>
            <a:fillRect/>
          </a:stretch>
        </p:blipFill>
        <p:spPr>
          <a:xfrm>
            <a:off x="5074877" y="10"/>
            <a:ext cx="7117118" cy="399591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2C5A04F-2AEB-4631-8314-A8B812E1E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2B1C70-BF3F-41BD-871B-63D8F911F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955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99C4-01A9-4D26-6492-2BB09288D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3167743" cy="66901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002060"/>
                </a:solidFill>
              </a:rPr>
              <a:t>Google Opel</a:t>
            </a:r>
            <a:endParaRPr lang="en-IN" dirty="0">
              <a:solidFill>
                <a:srgbClr val="002060"/>
              </a:solidFill>
            </a:endParaRPr>
          </a:p>
        </p:txBody>
      </p:sp>
      <p:pic>
        <p:nvPicPr>
          <p:cNvPr id="4" name="Content Placeholder 3" descr="Bagmane WTC Opal - Office/Commercial For Rent | JLL - IN">
            <a:extLst>
              <a:ext uri="{FF2B5EF4-FFF2-40B4-BE49-F238E27FC236}">
                <a16:creationId xmlns:a16="http://schemas.microsoft.com/office/drawing/2014/main" id="{57F5E209-DF48-8C7A-DDB9-2FFD85A59C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957" y="1034144"/>
            <a:ext cx="4354594" cy="5540031"/>
          </a:xfrm>
          <a:prstGeom prst="rect">
            <a:avLst/>
          </a:prstGeom>
        </p:spPr>
      </p:pic>
      <p:pic>
        <p:nvPicPr>
          <p:cNvPr id="5" name="Picture 4" descr="Life at Google | #GoogleIndia is growing, innovating, and building new things. Here's a look at Google Ananta, our new campus in Bengaluru – a hub for... | Instagram">
            <a:extLst>
              <a:ext uri="{FF2B5EF4-FFF2-40B4-BE49-F238E27FC236}">
                <a16:creationId xmlns:a16="http://schemas.microsoft.com/office/drawing/2014/main" id="{644E8294-0AFA-6966-3AEA-F628AFF62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34144"/>
            <a:ext cx="4475222" cy="56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300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AD415-3E72-CAA1-9CE0-74ABA0B08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5060" y="5279511"/>
            <a:ext cx="9681882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Microsoft Luxar</a:t>
            </a:r>
          </a:p>
        </p:txBody>
      </p:sp>
      <p:pic>
        <p:nvPicPr>
          <p:cNvPr id="4" name="Content Placeholder 3" descr="Luxor, Bangalore, India">
            <a:extLst>
              <a:ext uri="{FF2B5EF4-FFF2-40B4-BE49-F238E27FC236}">
                <a16:creationId xmlns:a16="http://schemas.microsoft.com/office/drawing/2014/main" id="{4D3932A8-4A6A-1200-E0A0-392E5CE0A6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672" b="1493"/>
          <a:stretch>
            <a:fillRect/>
          </a:stretch>
        </p:blipFill>
        <p:spPr>
          <a:xfrm>
            <a:off x="21" y="132868"/>
            <a:ext cx="12191979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0603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Microsoft - Bengaluru | SESIPL">
            <a:extLst>
              <a:ext uri="{FF2B5EF4-FFF2-40B4-BE49-F238E27FC236}">
                <a16:creationId xmlns:a16="http://schemas.microsoft.com/office/drawing/2014/main" id="{5D637B5F-7D84-757A-72BE-E5808C1FEF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52FF8-DBAD-552D-528D-A95242C5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rgbClr val="002060"/>
                </a:solidFill>
              </a:rPr>
              <a:t>Microsoft Helium &amp; Angkor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2661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7EDEA10-087E-4352-A848-7D9888DC6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4A618A-D997-AF1B-A95B-CC1E8E36A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213" y="5981211"/>
            <a:ext cx="6097729" cy="54653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6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Mercedes Benz </a:t>
            </a:r>
          </a:p>
        </p:txBody>
      </p:sp>
      <p:pic>
        <p:nvPicPr>
          <p:cNvPr id="4" name="Content Placeholder 3" descr="Mercedes Benz Research &amp; Development India Pvt Ltd in Brookefield, Bangalore - Best Car Manufacturers in Bangalore - Justdial">
            <a:extLst>
              <a:ext uri="{FF2B5EF4-FFF2-40B4-BE49-F238E27FC236}">
                <a16:creationId xmlns:a16="http://schemas.microsoft.com/office/drawing/2014/main" id="{FC2803AC-5224-E90B-A6DC-2024DEE4A9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420" r="3" b="10977"/>
          <a:stretch>
            <a:fillRect/>
          </a:stretch>
        </p:blipFill>
        <p:spPr>
          <a:xfrm>
            <a:off x="510365" y="400051"/>
            <a:ext cx="3622464" cy="4661670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2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6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0" y="60"/>
                </a:cubicBezTo>
                <a:close/>
              </a:path>
            </a:pathLst>
          </a:custGeom>
        </p:spPr>
      </p:pic>
      <p:pic>
        <p:nvPicPr>
          <p:cNvPr id="8" name="Picture 7" descr="Mercedes-Benz office design | Office Snapshots">
            <a:extLst>
              <a:ext uri="{FF2B5EF4-FFF2-40B4-BE49-F238E27FC236}">
                <a16:creationId xmlns:a16="http://schemas.microsoft.com/office/drawing/2014/main" id="{2DC99119-1CBE-42DB-B9E3-2FFB3BE3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70" r="19619" b="-3"/>
          <a:stretch>
            <a:fillRect/>
          </a:stretch>
        </p:blipFill>
        <p:spPr>
          <a:xfrm>
            <a:off x="4333556" y="400051"/>
            <a:ext cx="3622464" cy="4661670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1" y="60"/>
                </a:moveTo>
                <a:cubicBezTo>
                  <a:pt x="945947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9" y="18018"/>
                  <a:pt x="2192264" y="13196"/>
                </a:cubicBezTo>
                <a:cubicBezTo>
                  <a:pt x="2323253" y="7660"/>
                  <a:pt x="2454242" y="2928"/>
                  <a:pt x="2585114" y="13911"/>
                </a:cubicBezTo>
                <a:cubicBezTo>
                  <a:pt x="2699008" y="24482"/>
                  <a:pt x="2813669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5" y="161085"/>
                  <a:pt x="3501169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4" y="516245"/>
                  <a:pt x="3512114" y="559861"/>
                </a:cubicBezTo>
                <a:cubicBezTo>
                  <a:pt x="3491119" y="656469"/>
                  <a:pt x="3485618" y="754605"/>
                  <a:pt x="3495724" y="852186"/>
                </a:cubicBezTo>
                <a:cubicBezTo>
                  <a:pt x="3504578" y="948437"/>
                  <a:pt x="3505176" y="1044867"/>
                  <a:pt x="3502664" y="1141385"/>
                </a:cubicBezTo>
                <a:cubicBezTo>
                  <a:pt x="3500391" y="1228440"/>
                  <a:pt x="3500750" y="1315584"/>
                  <a:pt x="3507210" y="1402639"/>
                </a:cubicBezTo>
                <a:cubicBezTo>
                  <a:pt x="3514626" y="1500407"/>
                  <a:pt x="3520966" y="1598176"/>
                  <a:pt x="3506252" y="1695857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6" y="2178986"/>
                  <a:pt x="3505415" y="2292381"/>
                </a:cubicBezTo>
                <a:cubicBezTo>
                  <a:pt x="3514746" y="2447918"/>
                  <a:pt x="3522761" y="2603544"/>
                  <a:pt x="3508406" y="2759171"/>
                </a:cubicBezTo>
                <a:cubicBezTo>
                  <a:pt x="3497997" y="2866762"/>
                  <a:pt x="3488428" y="2974352"/>
                  <a:pt x="3496442" y="3082389"/>
                </a:cubicBezTo>
                <a:cubicBezTo>
                  <a:pt x="3502066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8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8" y="3642229"/>
                  <a:pt x="1771055" y="3636431"/>
                </a:cubicBezTo>
                <a:cubicBezTo>
                  <a:pt x="1659183" y="3633576"/>
                  <a:pt x="1547429" y="3634736"/>
                  <a:pt x="1435676" y="3638305"/>
                </a:cubicBezTo>
                <a:cubicBezTo>
                  <a:pt x="1179420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4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2" y="9535"/>
                </a:cubicBezTo>
                <a:cubicBezTo>
                  <a:pt x="769619" y="4223"/>
                  <a:pt x="828415" y="562"/>
                  <a:pt x="887181" y="60"/>
                </a:cubicBezTo>
                <a:close/>
              </a:path>
            </a:pathLst>
          </a:custGeom>
        </p:spPr>
      </p:pic>
      <p:pic>
        <p:nvPicPr>
          <p:cNvPr id="5" name="Picture 4" descr="Mercedes-Benz Research and Development India Office Photos">
            <a:extLst>
              <a:ext uri="{FF2B5EF4-FFF2-40B4-BE49-F238E27FC236}">
                <a16:creationId xmlns:a16="http://schemas.microsoft.com/office/drawing/2014/main" id="{B8B36382-4510-91E6-E42E-DB71AF87945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236" r="17253" b="-3"/>
          <a:stretch>
            <a:fillRect/>
          </a:stretch>
        </p:blipFill>
        <p:spPr>
          <a:xfrm>
            <a:off x="8156747" y="400052"/>
            <a:ext cx="3622464" cy="4661670"/>
          </a:xfrm>
          <a:custGeom>
            <a:avLst/>
            <a:gdLst/>
            <a:ahLst/>
            <a:cxnLst/>
            <a:rect l="l" t="t" r="r" b="b"/>
            <a:pathLst>
              <a:path w="3524888" h="3647338">
                <a:moveTo>
                  <a:pt x="887180" y="60"/>
                </a:moveTo>
                <a:cubicBezTo>
                  <a:pt x="945946" y="-443"/>
                  <a:pt x="1004683" y="2214"/>
                  <a:pt x="1063120" y="9535"/>
                </a:cubicBezTo>
                <a:cubicBezTo>
                  <a:pt x="1192553" y="25206"/>
                  <a:pt x="1324035" y="29312"/>
                  <a:pt x="1454772" y="21769"/>
                </a:cubicBezTo>
                <a:cubicBezTo>
                  <a:pt x="1583729" y="15160"/>
                  <a:pt x="1712924" y="14714"/>
                  <a:pt x="1842239" y="16589"/>
                </a:cubicBezTo>
                <a:cubicBezTo>
                  <a:pt x="1958874" y="18285"/>
                  <a:pt x="2075628" y="18018"/>
                  <a:pt x="2192263" y="13196"/>
                </a:cubicBezTo>
                <a:cubicBezTo>
                  <a:pt x="2323253" y="7660"/>
                  <a:pt x="2454242" y="2928"/>
                  <a:pt x="2585113" y="13911"/>
                </a:cubicBezTo>
                <a:cubicBezTo>
                  <a:pt x="2699008" y="24482"/>
                  <a:pt x="2813668" y="29758"/>
                  <a:pt x="2928437" y="29714"/>
                </a:cubicBezTo>
                <a:cubicBezTo>
                  <a:pt x="3080601" y="28464"/>
                  <a:pt x="3232406" y="19625"/>
                  <a:pt x="3384330" y="14536"/>
                </a:cubicBezTo>
                <a:lnTo>
                  <a:pt x="3481468" y="12130"/>
                </a:lnTo>
                <a:lnTo>
                  <a:pt x="3481325" y="16098"/>
                </a:lnTo>
                <a:lnTo>
                  <a:pt x="3493308" y="84630"/>
                </a:lnTo>
                <a:lnTo>
                  <a:pt x="3493318" y="92959"/>
                </a:lnTo>
                <a:cubicBezTo>
                  <a:pt x="3495694" y="161085"/>
                  <a:pt x="3501168" y="229143"/>
                  <a:pt x="3512114" y="297090"/>
                </a:cubicBezTo>
                <a:cubicBezTo>
                  <a:pt x="3519231" y="340796"/>
                  <a:pt x="3524136" y="384681"/>
                  <a:pt x="3524809" y="428543"/>
                </a:cubicBezTo>
                <a:cubicBezTo>
                  <a:pt x="3525482" y="472405"/>
                  <a:pt x="3521923" y="516245"/>
                  <a:pt x="3512114" y="559861"/>
                </a:cubicBezTo>
                <a:cubicBezTo>
                  <a:pt x="3491119" y="656469"/>
                  <a:pt x="3485617" y="754605"/>
                  <a:pt x="3495724" y="852186"/>
                </a:cubicBezTo>
                <a:cubicBezTo>
                  <a:pt x="3504577" y="948437"/>
                  <a:pt x="3505176" y="1044867"/>
                  <a:pt x="3502664" y="1141386"/>
                </a:cubicBezTo>
                <a:cubicBezTo>
                  <a:pt x="3500391" y="1228440"/>
                  <a:pt x="3500749" y="1315584"/>
                  <a:pt x="3507210" y="1402639"/>
                </a:cubicBezTo>
                <a:cubicBezTo>
                  <a:pt x="3514626" y="1500407"/>
                  <a:pt x="3520966" y="1598176"/>
                  <a:pt x="3506251" y="1695856"/>
                </a:cubicBezTo>
                <a:cubicBezTo>
                  <a:pt x="3492089" y="1780866"/>
                  <a:pt x="3485019" y="1866447"/>
                  <a:pt x="3485079" y="1952109"/>
                </a:cubicBezTo>
                <a:cubicBezTo>
                  <a:pt x="3486753" y="2065682"/>
                  <a:pt x="3498595" y="2178986"/>
                  <a:pt x="3505414" y="2292381"/>
                </a:cubicBezTo>
                <a:cubicBezTo>
                  <a:pt x="3514746" y="2447918"/>
                  <a:pt x="3522760" y="2603544"/>
                  <a:pt x="3508405" y="2759171"/>
                </a:cubicBezTo>
                <a:cubicBezTo>
                  <a:pt x="3497997" y="2866762"/>
                  <a:pt x="3488427" y="2974352"/>
                  <a:pt x="3496442" y="3082389"/>
                </a:cubicBezTo>
                <a:cubicBezTo>
                  <a:pt x="3502065" y="3158639"/>
                  <a:pt x="3510200" y="3234980"/>
                  <a:pt x="3504816" y="3311409"/>
                </a:cubicBezTo>
                <a:lnTo>
                  <a:pt x="3500655" y="3407763"/>
                </a:lnTo>
                <a:lnTo>
                  <a:pt x="3500528" y="3407763"/>
                </a:lnTo>
                <a:lnTo>
                  <a:pt x="3500186" y="3418624"/>
                </a:lnTo>
                <a:lnTo>
                  <a:pt x="3498431" y="3459279"/>
                </a:lnTo>
                <a:lnTo>
                  <a:pt x="3498786" y="3476530"/>
                </a:lnTo>
                <a:lnTo>
                  <a:pt x="3500070" y="3476530"/>
                </a:lnTo>
                <a:lnTo>
                  <a:pt x="3504922" y="3592711"/>
                </a:lnTo>
                <a:lnTo>
                  <a:pt x="3504733" y="3642505"/>
                </a:lnTo>
                <a:lnTo>
                  <a:pt x="3344090" y="3645620"/>
                </a:lnTo>
                <a:cubicBezTo>
                  <a:pt x="3179267" y="3652578"/>
                  <a:pt x="3015642" y="3636699"/>
                  <a:pt x="2851776" y="3628492"/>
                </a:cubicBezTo>
                <a:cubicBezTo>
                  <a:pt x="2716167" y="3622675"/>
                  <a:pt x="2580186" y="3623335"/>
                  <a:pt x="2444683" y="3630454"/>
                </a:cubicBezTo>
                <a:cubicBezTo>
                  <a:pt x="2220221" y="3640802"/>
                  <a:pt x="1995757" y="3642229"/>
                  <a:pt x="1771055" y="3636431"/>
                </a:cubicBezTo>
                <a:cubicBezTo>
                  <a:pt x="1659183" y="3633576"/>
                  <a:pt x="1547429" y="3634736"/>
                  <a:pt x="1435675" y="3638305"/>
                </a:cubicBezTo>
                <a:cubicBezTo>
                  <a:pt x="1179419" y="3646601"/>
                  <a:pt x="923403" y="3637323"/>
                  <a:pt x="667265" y="3634558"/>
                </a:cubicBezTo>
                <a:cubicBezTo>
                  <a:pt x="569736" y="3633488"/>
                  <a:pt x="472205" y="3633665"/>
                  <a:pt x="374793" y="3637679"/>
                </a:cubicBezTo>
                <a:cubicBezTo>
                  <a:pt x="264415" y="3642140"/>
                  <a:pt x="154036" y="3643412"/>
                  <a:pt x="43657" y="3642932"/>
                </a:cubicBezTo>
                <a:lnTo>
                  <a:pt x="11965" y="3642429"/>
                </a:lnTo>
                <a:lnTo>
                  <a:pt x="24360" y="3479541"/>
                </a:lnTo>
                <a:cubicBezTo>
                  <a:pt x="26194" y="3423392"/>
                  <a:pt x="25594" y="3367189"/>
                  <a:pt x="22559" y="3311038"/>
                </a:cubicBezTo>
                <a:cubicBezTo>
                  <a:pt x="16343" y="3197955"/>
                  <a:pt x="-628" y="3084971"/>
                  <a:pt x="13594" y="2971689"/>
                </a:cubicBezTo>
                <a:cubicBezTo>
                  <a:pt x="38335" y="2776712"/>
                  <a:pt x="12519" y="2582431"/>
                  <a:pt x="4272" y="2387950"/>
                </a:cubicBezTo>
                <a:cubicBezTo>
                  <a:pt x="-3262" y="2237604"/>
                  <a:pt x="2250" y="2086990"/>
                  <a:pt x="20765" y="1937298"/>
                </a:cubicBezTo>
                <a:cubicBezTo>
                  <a:pt x="38958" y="1790576"/>
                  <a:pt x="37113" y="1642627"/>
                  <a:pt x="15268" y="1496252"/>
                </a:cubicBezTo>
                <a:cubicBezTo>
                  <a:pt x="7718" y="1430798"/>
                  <a:pt x="7400" y="1364898"/>
                  <a:pt x="14311" y="1299395"/>
                </a:cubicBezTo>
                <a:cubicBezTo>
                  <a:pt x="22640" y="1195064"/>
                  <a:pt x="20682" y="1090348"/>
                  <a:pt x="8455" y="986285"/>
                </a:cubicBezTo>
                <a:cubicBezTo>
                  <a:pt x="-8159" y="849535"/>
                  <a:pt x="3794" y="712390"/>
                  <a:pt x="9890" y="575539"/>
                </a:cubicBezTo>
                <a:cubicBezTo>
                  <a:pt x="14432" y="472556"/>
                  <a:pt x="17180" y="369671"/>
                  <a:pt x="12878" y="266688"/>
                </a:cubicBezTo>
                <a:lnTo>
                  <a:pt x="14418" y="21931"/>
                </a:lnTo>
                <a:lnTo>
                  <a:pt x="163536" y="23733"/>
                </a:lnTo>
                <a:cubicBezTo>
                  <a:pt x="346324" y="25875"/>
                  <a:pt x="528992" y="25875"/>
                  <a:pt x="711061" y="9535"/>
                </a:cubicBezTo>
                <a:cubicBezTo>
                  <a:pt x="769618" y="4223"/>
                  <a:pt x="828414" y="562"/>
                  <a:pt x="887180" y="60"/>
                </a:cubicBezTo>
                <a:close/>
              </a:path>
            </a:pathLst>
          </a:custGeom>
        </p:spPr>
      </p:pic>
      <p:sp>
        <p:nvSpPr>
          <p:cNvPr id="26" name="sketch line">
            <a:extLst>
              <a:ext uri="{FF2B5EF4-FFF2-40B4-BE49-F238E27FC236}">
                <a16:creationId xmlns:a16="http://schemas.microsoft.com/office/drawing/2014/main" id="{605D77EC-B84E-48F8-9EC4-93E851C0F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2682" y="5512322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465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5B1FC96-0749-41C9-BAED-E089E7714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99432-8527-F7CE-3EC5-99393050B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62856"/>
            <a:ext cx="3419856" cy="1600200"/>
          </a:xfrm>
        </p:spPr>
        <p:txBody>
          <a:bodyPr anchor="ctr">
            <a:normAutofit/>
          </a:bodyPr>
          <a:lstStyle/>
          <a:p>
            <a:r>
              <a:rPr lang="en-US" sz="4800"/>
              <a:t>Target </a:t>
            </a:r>
            <a:endParaRPr lang="en-IN" sz="4800"/>
          </a:p>
        </p:txBody>
      </p:sp>
      <p:pic>
        <p:nvPicPr>
          <p:cNvPr id="5" name="Picture 4" descr="Target India Expands Bengaluru Presence With New 830,000 Sq Ft Workplace">
            <a:extLst>
              <a:ext uri="{FF2B5EF4-FFF2-40B4-BE49-F238E27FC236}">
                <a16:creationId xmlns:a16="http://schemas.microsoft.com/office/drawing/2014/main" id="{5D47E4E9-66C3-E1C3-0A9E-B5513AC7A8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95" r="6681" b="1"/>
          <a:stretch>
            <a:fillRect/>
          </a:stretch>
        </p:blipFill>
        <p:spPr>
          <a:xfrm>
            <a:off x="5" y="10"/>
            <a:ext cx="6095995" cy="4833247"/>
          </a:xfrm>
          <a:custGeom>
            <a:avLst/>
            <a:gdLst/>
            <a:ahLst/>
            <a:cxnLst/>
            <a:rect l="l" t="t" r="r" b="b"/>
            <a:pathLst>
              <a:path w="6005375" h="4196281">
                <a:moveTo>
                  <a:pt x="0" y="0"/>
                </a:moveTo>
                <a:lnTo>
                  <a:pt x="6000672" y="0"/>
                </a:lnTo>
                <a:lnTo>
                  <a:pt x="5998730" y="19709"/>
                </a:lnTo>
                <a:cubicBezTo>
                  <a:pt x="6001245" y="280059"/>
                  <a:pt x="5986415" y="540409"/>
                  <a:pt x="5999656" y="800631"/>
                </a:cubicBezTo>
                <a:cubicBezTo>
                  <a:pt x="6009855" y="1001996"/>
                  <a:pt x="6003364" y="1203233"/>
                  <a:pt x="5999656" y="1404471"/>
                </a:cubicBezTo>
                <a:cubicBezTo>
                  <a:pt x="5992506" y="1790420"/>
                  <a:pt x="6003364" y="2175860"/>
                  <a:pt x="5998730" y="2561300"/>
                </a:cubicBezTo>
                <a:cubicBezTo>
                  <a:pt x="5996744" y="2732154"/>
                  <a:pt x="5998994" y="2902754"/>
                  <a:pt x="6003364" y="3073609"/>
                </a:cubicBezTo>
                <a:cubicBezTo>
                  <a:pt x="6009720" y="3317560"/>
                  <a:pt x="5999923" y="3561638"/>
                  <a:pt x="5989197" y="3805463"/>
                </a:cubicBezTo>
                <a:cubicBezTo>
                  <a:pt x="5985594" y="3872508"/>
                  <a:pt x="5984647" y="3939633"/>
                  <a:pt x="5986348" y="4006695"/>
                </a:cubicBezTo>
                <a:lnTo>
                  <a:pt x="5997254" y="4174633"/>
                </a:lnTo>
                <a:lnTo>
                  <a:pt x="5951601" y="4176620"/>
                </a:lnTo>
                <a:cubicBezTo>
                  <a:pt x="5886702" y="4176651"/>
                  <a:pt x="5821788" y="4174749"/>
                  <a:pt x="5756905" y="4173480"/>
                </a:cubicBezTo>
                <a:cubicBezTo>
                  <a:pt x="5518559" y="4169040"/>
                  <a:pt x="5280086" y="4173480"/>
                  <a:pt x="5042247" y="4150774"/>
                </a:cubicBezTo>
                <a:cubicBezTo>
                  <a:pt x="4977618" y="4144622"/>
                  <a:pt x="4912546" y="4140690"/>
                  <a:pt x="4847600" y="4141467"/>
                </a:cubicBezTo>
                <a:cubicBezTo>
                  <a:pt x="4782655" y="4142244"/>
                  <a:pt x="4717835" y="4147730"/>
                  <a:pt x="4653713" y="4160414"/>
                </a:cubicBezTo>
                <a:cubicBezTo>
                  <a:pt x="4446571" y="4200625"/>
                  <a:pt x="4238796" y="4203162"/>
                  <a:pt x="4029497" y="4186925"/>
                </a:cubicBezTo>
                <a:cubicBezTo>
                  <a:pt x="3943621" y="4180203"/>
                  <a:pt x="3857746" y="4169040"/>
                  <a:pt x="3771489" y="4171196"/>
                </a:cubicBezTo>
                <a:cubicBezTo>
                  <a:pt x="3623585" y="4175129"/>
                  <a:pt x="3475554" y="4167137"/>
                  <a:pt x="3327523" y="4169167"/>
                </a:cubicBezTo>
                <a:cubicBezTo>
                  <a:pt x="3323528" y="4169738"/>
                  <a:pt x="3319443" y="4169205"/>
                  <a:pt x="3315727" y="4167645"/>
                </a:cubicBezTo>
                <a:cubicBezTo>
                  <a:pt x="3278941" y="4142402"/>
                  <a:pt x="3238603" y="4152169"/>
                  <a:pt x="3200549" y="4158765"/>
                </a:cubicBezTo>
                <a:cubicBezTo>
                  <a:pt x="3074082" y="4180710"/>
                  <a:pt x="2947742" y="4191492"/>
                  <a:pt x="2819246" y="4174494"/>
                </a:cubicBezTo>
                <a:cubicBezTo>
                  <a:pt x="2696546" y="4156698"/>
                  <a:pt x="2572096" y="4154478"/>
                  <a:pt x="2448851" y="4167898"/>
                </a:cubicBezTo>
                <a:cubicBezTo>
                  <a:pt x="2279383" y="4187687"/>
                  <a:pt x="2110549" y="4183501"/>
                  <a:pt x="1941462" y="4167898"/>
                </a:cubicBezTo>
                <a:cubicBezTo>
                  <a:pt x="1872837" y="4161556"/>
                  <a:pt x="1803198" y="4150774"/>
                  <a:pt x="1735208" y="4166630"/>
                </a:cubicBezTo>
                <a:cubicBezTo>
                  <a:pt x="1651489" y="4186038"/>
                  <a:pt x="1568023" y="4179695"/>
                  <a:pt x="1484050" y="4175382"/>
                </a:cubicBezTo>
                <a:cubicBezTo>
                  <a:pt x="1377752" y="4169801"/>
                  <a:pt x="1271708" y="4153692"/>
                  <a:pt x="1165029" y="4166376"/>
                </a:cubicBezTo>
                <a:cubicBezTo>
                  <a:pt x="1115685" y="4172211"/>
                  <a:pt x="1066722" y="4181471"/>
                  <a:pt x="1016744" y="4179061"/>
                </a:cubicBezTo>
                <a:cubicBezTo>
                  <a:pt x="878481" y="4172719"/>
                  <a:pt x="740344" y="4165235"/>
                  <a:pt x="601826" y="4166376"/>
                </a:cubicBezTo>
                <a:cubicBezTo>
                  <a:pt x="543857" y="4166757"/>
                  <a:pt x="486268" y="4168659"/>
                  <a:pt x="428553" y="4172845"/>
                </a:cubicBezTo>
                <a:cubicBezTo>
                  <a:pt x="320859" y="4180710"/>
                  <a:pt x="213546" y="4170055"/>
                  <a:pt x="106234" y="4166249"/>
                </a:cubicBezTo>
                <a:lnTo>
                  <a:pt x="0" y="4171008"/>
                </a:lnTo>
                <a:close/>
              </a:path>
            </a:pathLst>
          </a:custGeom>
        </p:spPr>
      </p:pic>
      <p:pic>
        <p:nvPicPr>
          <p:cNvPr id="4" name="Content Placeholder 3" descr="For phase two of Target's Bangalore office, ANJ is continuing the work from phase one with a focus on the overall build of the project. The aim is to further blend Target's">
            <a:extLst>
              <a:ext uri="{FF2B5EF4-FFF2-40B4-BE49-F238E27FC236}">
                <a16:creationId xmlns:a16="http://schemas.microsoft.com/office/drawing/2014/main" id="{34AB19BE-D6F8-9430-AEAD-F3FA187DBB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6" r="6644" b="2"/>
          <a:stretch>
            <a:fillRect/>
          </a:stretch>
        </p:blipFill>
        <p:spPr>
          <a:xfrm>
            <a:off x="6019800" y="10"/>
            <a:ext cx="6172195" cy="4735276"/>
          </a:xfrm>
          <a:custGeom>
            <a:avLst/>
            <a:gdLst/>
            <a:ahLst/>
            <a:cxnLst/>
            <a:rect l="l" t="t" r="r" b="b"/>
            <a:pathLst>
              <a:path w="6006950" h="4187672">
                <a:moveTo>
                  <a:pt x="9223" y="0"/>
                </a:moveTo>
                <a:lnTo>
                  <a:pt x="6006950" y="0"/>
                </a:lnTo>
                <a:lnTo>
                  <a:pt x="6006950" y="4169490"/>
                </a:lnTo>
                <a:lnTo>
                  <a:pt x="5787907" y="4174448"/>
                </a:lnTo>
                <a:cubicBezTo>
                  <a:pt x="5713866" y="4173475"/>
                  <a:pt x="5639861" y="4169853"/>
                  <a:pt x="5566029" y="4163587"/>
                </a:cubicBezTo>
                <a:cubicBezTo>
                  <a:pt x="5458843" y="4155595"/>
                  <a:pt x="5350768" y="4144559"/>
                  <a:pt x="5244343" y="4164855"/>
                </a:cubicBezTo>
                <a:cubicBezTo>
                  <a:pt x="5127517" y="4187307"/>
                  <a:pt x="5010817" y="4187434"/>
                  <a:pt x="4892977" y="4181726"/>
                </a:cubicBezTo>
                <a:cubicBezTo>
                  <a:pt x="4792260" y="4176906"/>
                  <a:pt x="4691923" y="4151536"/>
                  <a:pt x="4590445" y="4178301"/>
                </a:cubicBezTo>
                <a:cubicBezTo>
                  <a:pt x="4580348" y="4179772"/>
                  <a:pt x="4570061" y="4179341"/>
                  <a:pt x="4560128" y="4177032"/>
                </a:cubicBezTo>
                <a:cubicBezTo>
                  <a:pt x="4449137" y="4161684"/>
                  <a:pt x="4337384" y="4174242"/>
                  <a:pt x="4226013" y="4169929"/>
                </a:cubicBezTo>
                <a:cubicBezTo>
                  <a:pt x="4174640" y="4167899"/>
                  <a:pt x="4122252" y="4169041"/>
                  <a:pt x="4071513" y="4163587"/>
                </a:cubicBezTo>
                <a:cubicBezTo>
                  <a:pt x="3955067" y="4151156"/>
                  <a:pt x="3838874" y="4144559"/>
                  <a:pt x="3723697" y="4173861"/>
                </a:cubicBezTo>
                <a:cubicBezTo>
                  <a:pt x="3690082" y="4181764"/>
                  <a:pt x="3655732" y="4186013"/>
                  <a:pt x="3621204" y="4186546"/>
                </a:cubicBezTo>
                <a:cubicBezTo>
                  <a:pt x="3508437" y="4190605"/>
                  <a:pt x="3396050" y="4182867"/>
                  <a:pt x="3283664" y="4176525"/>
                </a:cubicBezTo>
                <a:cubicBezTo>
                  <a:pt x="3205652" y="4172085"/>
                  <a:pt x="3127768" y="4162445"/>
                  <a:pt x="3049630" y="4170563"/>
                </a:cubicBezTo>
                <a:cubicBezTo>
                  <a:pt x="3004218" y="4175257"/>
                  <a:pt x="2958427" y="4175257"/>
                  <a:pt x="2913015" y="4170563"/>
                </a:cubicBezTo>
                <a:cubicBezTo>
                  <a:pt x="2829321" y="4160758"/>
                  <a:pt x="2744879" y="4158931"/>
                  <a:pt x="2660842" y="4165109"/>
                </a:cubicBezTo>
                <a:cubicBezTo>
                  <a:pt x="2535390" y="4175891"/>
                  <a:pt x="2410065" y="4184897"/>
                  <a:pt x="2284232" y="4167773"/>
                </a:cubicBezTo>
                <a:cubicBezTo>
                  <a:pt x="2212868" y="4156559"/>
                  <a:pt x="2140312" y="4155240"/>
                  <a:pt x="2068592" y="4163840"/>
                </a:cubicBezTo>
                <a:cubicBezTo>
                  <a:pt x="1897729" y="4187814"/>
                  <a:pt x="1726485" y="4180077"/>
                  <a:pt x="1555241" y="4170183"/>
                </a:cubicBezTo>
                <a:cubicBezTo>
                  <a:pt x="1440824" y="4163460"/>
                  <a:pt x="1325901" y="4151156"/>
                  <a:pt x="1211738" y="4167392"/>
                </a:cubicBezTo>
                <a:cubicBezTo>
                  <a:pt x="1066118" y="4187688"/>
                  <a:pt x="920370" y="4180965"/>
                  <a:pt x="774368" y="4175003"/>
                </a:cubicBezTo>
                <a:cubicBezTo>
                  <a:pt x="667182" y="4170563"/>
                  <a:pt x="559869" y="4157117"/>
                  <a:pt x="452430" y="4173734"/>
                </a:cubicBezTo>
                <a:cubicBezTo>
                  <a:pt x="441369" y="4175244"/>
                  <a:pt x="430117" y="4174115"/>
                  <a:pt x="419576" y="4170436"/>
                </a:cubicBezTo>
                <a:cubicBezTo>
                  <a:pt x="378807" y="4157016"/>
                  <a:pt x="335096" y="4155215"/>
                  <a:pt x="293363" y="4165236"/>
                </a:cubicBezTo>
                <a:cubicBezTo>
                  <a:pt x="216367" y="4182106"/>
                  <a:pt x="139497" y="4189463"/>
                  <a:pt x="61105" y="4174115"/>
                </a:cubicBezTo>
                <a:lnTo>
                  <a:pt x="13323" y="4171265"/>
                </a:lnTo>
                <a:lnTo>
                  <a:pt x="28554" y="3843045"/>
                </a:lnTo>
                <a:cubicBezTo>
                  <a:pt x="30457" y="3722610"/>
                  <a:pt x="27412" y="3602256"/>
                  <a:pt x="15626" y="3482187"/>
                </a:cubicBezTo>
                <a:cubicBezTo>
                  <a:pt x="-847" y="3335690"/>
                  <a:pt x="-4304" y="3188124"/>
                  <a:pt x="5296" y="3041068"/>
                </a:cubicBezTo>
                <a:cubicBezTo>
                  <a:pt x="11786" y="2956911"/>
                  <a:pt x="18539" y="2872754"/>
                  <a:pt x="22776" y="2788472"/>
                </a:cubicBezTo>
                <a:cubicBezTo>
                  <a:pt x="28180" y="2668580"/>
                  <a:pt x="25173" y="2548474"/>
                  <a:pt x="13771" y="2428964"/>
                </a:cubicBezTo>
                <a:cubicBezTo>
                  <a:pt x="4237" y="2337829"/>
                  <a:pt x="3177" y="2246070"/>
                  <a:pt x="10593" y="2154757"/>
                </a:cubicBezTo>
                <a:cubicBezTo>
                  <a:pt x="25690" y="1999286"/>
                  <a:pt x="9931" y="1843813"/>
                  <a:pt x="5032" y="1688466"/>
                </a:cubicBezTo>
                <a:cubicBezTo>
                  <a:pt x="-3577" y="1402691"/>
                  <a:pt x="20393" y="1117045"/>
                  <a:pt x="9666" y="831270"/>
                </a:cubicBezTo>
                <a:cubicBezTo>
                  <a:pt x="3841" y="689908"/>
                  <a:pt x="16420" y="548673"/>
                  <a:pt x="9666" y="407311"/>
                </a:cubicBezTo>
                <a:cubicBezTo>
                  <a:pt x="4105" y="306755"/>
                  <a:pt x="397" y="206200"/>
                  <a:pt x="4105" y="105518"/>
                </a:cubicBezTo>
                <a:cubicBezTo>
                  <a:pt x="5164" y="78059"/>
                  <a:pt x="5826" y="50473"/>
                  <a:pt x="9534" y="23396"/>
                </a:cubicBezTo>
                <a:close/>
              </a:path>
            </a:pathLst>
          </a:cu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63C1A86C-B1A8-4AEC-B001-595C91716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89020" y="540453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79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9E90EB45-EEE9-4563-8179-65EF62AE09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4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Wayfair Images – Browse 189 Stock Photos, Vectors, and Video | Adobe Stock">
            <a:extLst>
              <a:ext uri="{FF2B5EF4-FFF2-40B4-BE49-F238E27FC236}">
                <a16:creationId xmlns:a16="http://schemas.microsoft.com/office/drawing/2014/main" id="{58CAFC73-8497-BC9D-90D8-59FB34CE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445" r="2972" b="-1"/>
          <a:stretch>
            <a:fillRect/>
          </a:stretch>
        </p:blipFill>
        <p:spPr>
          <a:xfrm>
            <a:off x="6176433" y="1182966"/>
            <a:ext cx="5372100" cy="449206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23D0EF74-AD1E-4FD9-914D-8EC9058EB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Wayfair - Wikipedia">
            <a:extLst>
              <a:ext uri="{FF2B5EF4-FFF2-40B4-BE49-F238E27FC236}">
                <a16:creationId xmlns:a16="http://schemas.microsoft.com/office/drawing/2014/main" id="{DAFE773A-165B-FC61-DECA-AD9045AF4F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87" r="4124"/>
          <a:stretch>
            <a:fillRect/>
          </a:stretch>
        </p:blipFill>
        <p:spPr>
          <a:xfrm>
            <a:off x="853483" y="643467"/>
            <a:ext cx="4952065" cy="55710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9CB55C-F46C-FEFC-4C62-FCE7B0078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6955357"/>
            <a:ext cx="6931319" cy="7522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rgbClr val="002060"/>
                </a:solidFill>
                <a:latin typeface="+mj-lt"/>
                <a:ea typeface="+mj-ea"/>
                <a:cs typeface="+mj-cs"/>
              </a:rPr>
              <a:t>Wayfair Angkor</a:t>
            </a:r>
          </a:p>
        </p:txBody>
      </p:sp>
    </p:spTree>
    <p:extLst>
      <p:ext uri="{BB962C8B-B14F-4D97-AF65-F5344CB8AC3E}">
        <p14:creationId xmlns:p14="http://schemas.microsoft.com/office/powerpoint/2010/main" val="41103149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57</Words>
  <Application>Microsoft Office PowerPoint</Application>
  <PresentationFormat>Widescreen</PresentationFormat>
  <Paragraphs>16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Projects Snaps </vt:lpstr>
      <vt:lpstr>L&amp;T TC4 Building Chennai</vt:lpstr>
      <vt:lpstr>Anaplan office - Gurugram</vt:lpstr>
      <vt:lpstr>Trimont Hyderabad </vt:lpstr>
      <vt:lpstr>CISCO Bangalore </vt:lpstr>
      <vt:lpstr>VM Ware Bangalore </vt:lpstr>
      <vt:lpstr>Johnson &amp; Johnson Hyderabad</vt:lpstr>
      <vt:lpstr>Razon Pay</vt:lpstr>
      <vt:lpstr>Google Opel</vt:lpstr>
      <vt:lpstr>Microsoft Luxar</vt:lpstr>
      <vt:lpstr>Microsoft Helium &amp; Angkor</vt:lpstr>
      <vt:lpstr>Mercedes Benz </vt:lpstr>
      <vt:lpstr>Target </vt:lpstr>
      <vt:lpstr>Wayfair Angkor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Thirumalai</dc:creator>
  <cp:lastModifiedBy>Srikanth Thirumalai</cp:lastModifiedBy>
  <cp:revision>3</cp:revision>
  <dcterms:created xsi:type="dcterms:W3CDTF">2026-10-04T14:31:22Z</dcterms:created>
  <dcterms:modified xsi:type="dcterms:W3CDTF">2026-10-05T08:58:44Z</dcterms:modified>
</cp:coreProperties>
</file>